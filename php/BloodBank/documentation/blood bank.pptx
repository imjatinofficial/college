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notesMasterIdLst>
    <p:notesMasterId r:id="rId18"/>
  </p:notesMasterIdLst>
  <p:handoutMasterIdLst>
    <p:handoutMasterId r:id="rId19"/>
  </p:handoutMasterIdLst>
  <p:sldIdLst>
    <p:sldId id="334" r:id="rId2"/>
    <p:sldId id="398" r:id="rId3"/>
    <p:sldId id="420" r:id="rId4"/>
    <p:sldId id="421" r:id="rId5"/>
    <p:sldId id="399" r:id="rId6"/>
    <p:sldId id="400" r:id="rId7"/>
    <p:sldId id="401" r:id="rId8"/>
    <p:sldId id="417" r:id="rId9"/>
    <p:sldId id="422" r:id="rId10"/>
    <p:sldId id="419" r:id="rId11"/>
    <p:sldId id="279" r:id="rId12"/>
    <p:sldId id="347" r:id="rId13"/>
    <p:sldId id="348" r:id="rId14"/>
    <p:sldId id="350" r:id="rId15"/>
    <p:sldId id="257" r:id="rId16"/>
    <p:sldId id="352" r:id="rId17"/>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3300"/>
    <a:srgbClr val="CCFFFF"/>
    <a:srgbClr val="CCFF66"/>
    <a:srgbClr val="CCECFF"/>
    <a:srgbClr val="006600"/>
    <a:srgbClr val="F218E8"/>
    <a:srgbClr val="03570B"/>
    <a:srgbClr val="FF99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76" autoAdjust="0"/>
    <p:restoredTop sz="94785" autoAdjust="0"/>
  </p:normalViewPr>
  <p:slideViewPr>
    <p:cSldViewPr>
      <p:cViewPr varScale="1">
        <p:scale>
          <a:sx n="74" d="100"/>
          <a:sy n="74" d="100"/>
        </p:scale>
        <p:origin x="-1350" y="-102"/>
      </p:cViewPr>
      <p:guideLst>
        <p:guide orient="horz" pos="2160"/>
        <p:guide pos="2880"/>
      </p:guideLst>
    </p:cSldViewPr>
  </p:slideViewPr>
  <p:notesTextViewPr>
    <p:cViewPr>
      <p:scale>
        <a:sx n="100" d="100"/>
        <a:sy n="100" d="100"/>
      </p:scale>
      <p:origin x="0" y="0"/>
    </p:cViewPr>
  </p:notesTextViewPr>
  <p:sorterViewPr>
    <p:cViewPr>
      <p:scale>
        <a:sx n="33" d="100"/>
        <a:sy n="33" d="100"/>
      </p:scale>
      <p:origin x="0" y="1122"/>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184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t" anchorCtr="0" compatLnSpc="1">
            <a:prstTxWarp prst="textNoShape">
              <a:avLst/>
            </a:prstTxWarp>
          </a:bodyPr>
          <a:lstStyle>
            <a:lvl1pPr defTabSz="938213">
              <a:defRPr sz="1200">
                <a:latin typeface="Times New Roman" pitchFamily="18" charset="0"/>
              </a:defRPr>
            </a:lvl1pPr>
          </a:lstStyle>
          <a:p>
            <a:endParaRPr lang="en-US" altLang="en-US"/>
          </a:p>
        </p:txBody>
      </p:sp>
      <p:sp>
        <p:nvSpPr>
          <p:cNvPr id="29184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t" anchorCtr="0" compatLnSpc="1">
            <a:prstTxWarp prst="textNoShape">
              <a:avLst/>
            </a:prstTxWarp>
          </a:bodyPr>
          <a:lstStyle>
            <a:lvl1pPr algn="r" defTabSz="938213">
              <a:defRPr sz="1200">
                <a:latin typeface="Times New Roman" pitchFamily="18" charset="0"/>
              </a:defRPr>
            </a:lvl1pPr>
          </a:lstStyle>
          <a:p>
            <a:endParaRPr lang="en-US" altLang="en-US"/>
          </a:p>
        </p:txBody>
      </p:sp>
      <p:sp>
        <p:nvSpPr>
          <p:cNvPr id="29184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b" anchorCtr="0" compatLnSpc="1">
            <a:prstTxWarp prst="textNoShape">
              <a:avLst/>
            </a:prstTxWarp>
          </a:bodyPr>
          <a:lstStyle>
            <a:lvl1pPr defTabSz="938213">
              <a:defRPr sz="1200">
                <a:latin typeface="Times New Roman" pitchFamily="18" charset="0"/>
              </a:defRPr>
            </a:lvl1pPr>
          </a:lstStyle>
          <a:p>
            <a:endParaRPr lang="en-US" altLang="en-US"/>
          </a:p>
        </p:txBody>
      </p:sp>
      <p:sp>
        <p:nvSpPr>
          <p:cNvPr id="29184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b" anchorCtr="0" compatLnSpc="1">
            <a:prstTxWarp prst="textNoShape">
              <a:avLst/>
            </a:prstTxWarp>
          </a:bodyPr>
          <a:lstStyle>
            <a:lvl1pPr algn="r" defTabSz="938213">
              <a:defRPr sz="1200">
                <a:latin typeface="Times New Roman" pitchFamily="18" charset="0"/>
              </a:defRPr>
            </a:lvl1pPr>
          </a:lstStyle>
          <a:p>
            <a:fld id="{D6917D3D-17A4-4B9F-8338-357ED374EE44}" type="slidenum">
              <a:rPr lang="en-US" altLang="en-US"/>
              <a:pPr/>
              <a:t>‹#›</a:t>
            </a:fld>
            <a:endParaRPr lang="en-US" altLang="en-US"/>
          </a:p>
        </p:txBody>
      </p:sp>
    </p:spTree>
    <p:extLst>
      <p:ext uri="{BB962C8B-B14F-4D97-AF65-F5344CB8AC3E}">
        <p14:creationId xmlns:p14="http://schemas.microsoft.com/office/powerpoint/2010/main" xmlns="" val="18439074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t" anchorCtr="0" compatLnSpc="1">
            <a:prstTxWarp prst="textNoShape">
              <a:avLst/>
            </a:prstTxWarp>
          </a:bodyPr>
          <a:lstStyle>
            <a:lvl1pPr defTabSz="938213">
              <a:defRPr sz="1200">
                <a:latin typeface="Times New Roman" pitchFamily="18" charset="0"/>
              </a:defRPr>
            </a:lvl1pPr>
          </a:lstStyle>
          <a:p>
            <a:endParaRPr lang="en-US" altLang="en-US"/>
          </a:p>
        </p:txBody>
      </p:sp>
      <p:sp>
        <p:nvSpPr>
          <p:cNvPr id="9219"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t" anchorCtr="0" compatLnSpc="1">
            <a:prstTxWarp prst="textNoShape">
              <a:avLst/>
            </a:prstTxWarp>
          </a:bodyPr>
          <a:lstStyle>
            <a:lvl1pPr algn="r" defTabSz="938213">
              <a:defRPr sz="1200">
                <a:latin typeface="Times New Roman" pitchFamily="18" charset="0"/>
              </a:defRPr>
            </a:lvl1pPr>
          </a:lstStyle>
          <a:p>
            <a:endParaRPr lang="en-US" altLang="en-US"/>
          </a:p>
        </p:txBody>
      </p:sp>
      <p:sp>
        <p:nvSpPr>
          <p:cNvPr id="9220" name="Rectangle 4"/>
          <p:cNvSpPr>
            <a:spLocks noGrp="1" noRot="1" noChangeAspect="1" noChangeArrowheads="1" noTextEdit="1"/>
          </p:cNvSpPr>
          <p:nvPr>
            <p:ph type="sldImg" idx="2"/>
          </p:nvPr>
        </p:nvSpPr>
        <p:spPr bwMode="auto">
          <a:xfrm>
            <a:off x="1182688"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9221" name="Rectangle 5"/>
          <p:cNvSpPr>
            <a:spLocks noGrp="1" noChangeArrowheads="1"/>
          </p:cNvSpPr>
          <p:nvPr>
            <p:ph type="body" sz="quarter" idx="3"/>
          </p:nvPr>
        </p:nvSpPr>
        <p:spPr bwMode="auto">
          <a:xfrm>
            <a:off x="701675" y="4414838"/>
            <a:ext cx="5607050" cy="4184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9222"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b" anchorCtr="0" compatLnSpc="1">
            <a:prstTxWarp prst="textNoShape">
              <a:avLst/>
            </a:prstTxWarp>
          </a:bodyPr>
          <a:lstStyle>
            <a:lvl1pPr defTabSz="938213">
              <a:defRPr sz="1200">
                <a:latin typeface="Times New Roman" pitchFamily="18" charset="0"/>
              </a:defRPr>
            </a:lvl1pPr>
          </a:lstStyle>
          <a:p>
            <a:endParaRPr lang="en-US" altLang="en-US"/>
          </a:p>
        </p:txBody>
      </p:sp>
      <p:sp>
        <p:nvSpPr>
          <p:cNvPr id="9223"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817" tIns="46909" rIns="93817" bIns="46909" numCol="1" anchor="b" anchorCtr="0" compatLnSpc="1">
            <a:prstTxWarp prst="textNoShape">
              <a:avLst/>
            </a:prstTxWarp>
          </a:bodyPr>
          <a:lstStyle>
            <a:lvl1pPr algn="r" defTabSz="938213">
              <a:defRPr sz="1200">
                <a:latin typeface="Times New Roman" pitchFamily="18" charset="0"/>
              </a:defRPr>
            </a:lvl1pPr>
          </a:lstStyle>
          <a:p>
            <a:fld id="{12C4477D-8310-4660-9DBB-28ECEF67E543}" type="slidenum">
              <a:rPr lang="en-US" altLang="en-US"/>
              <a:pPr/>
              <a:t>‹#›</a:t>
            </a:fld>
            <a:endParaRPr lang="en-US" altLang="en-US"/>
          </a:p>
        </p:txBody>
      </p:sp>
    </p:spTree>
    <p:extLst>
      <p:ext uri="{BB962C8B-B14F-4D97-AF65-F5344CB8AC3E}">
        <p14:creationId xmlns:p14="http://schemas.microsoft.com/office/powerpoint/2010/main" xmlns="" val="16967290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77668B-E6CD-4309-A924-CAD74949BAAF}" type="slidenum">
              <a:rPr lang="en-US" altLang="en-US"/>
              <a:pPr/>
              <a:t>1</a:t>
            </a:fld>
            <a:endParaRPr lang="en-US" altLang="en-US"/>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a:xfrm>
            <a:off x="935038" y="4414838"/>
            <a:ext cx="5140325" cy="4184650"/>
          </a:xfrm>
        </p:spPr>
        <p:txBody>
          <a:bodyPr/>
          <a:lstStyle/>
          <a:p>
            <a:endParaRPr lang="en-US" altLang="en-US"/>
          </a:p>
        </p:txBody>
      </p:sp>
    </p:spTree>
    <p:extLst>
      <p:ext uri="{BB962C8B-B14F-4D97-AF65-F5344CB8AC3E}">
        <p14:creationId xmlns:p14="http://schemas.microsoft.com/office/powerpoint/2010/main" xmlns="" val="1343409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830297-3079-4356-BAA5-5CD640B13582}" type="slidenum">
              <a:rPr lang="en-US" altLang="en-US"/>
              <a:pPr/>
              <a:t>2</a:t>
            </a:fld>
            <a:endParaRPr lang="en-US" altLang="en-US"/>
          </a:p>
        </p:txBody>
      </p:sp>
      <p:sp>
        <p:nvSpPr>
          <p:cNvPr id="413698" name="Rectangle 2"/>
          <p:cNvSpPr>
            <a:spLocks noGrp="1" noRot="1" noChangeAspect="1" noChangeArrowheads="1" noTextEdit="1"/>
          </p:cNvSpPr>
          <p:nvPr>
            <p:ph type="sldImg"/>
          </p:nvPr>
        </p:nvSpPr>
        <p:spPr>
          <a:ln/>
        </p:spPr>
      </p:sp>
      <p:sp>
        <p:nvSpPr>
          <p:cNvPr id="4136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xmlns="" val="1187133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1D2534-96B8-4402-A82E-9A34349FEA1C}" type="slidenum">
              <a:rPr lang="en-US" altLang="en-US"/>
              <a:pPr/>
              <a:t>3</a:t>
            </a:fld>
            <a:endParaRPr lang="en-US" altLang="en-US"/>
          </a:p>
        </p:txBody>
      </p:sp>
      <p:sp>
        <p:nvSpPr>
          <p:cNvPr id="453634" name="Rectangle 2"/>
          <p:cNvSpPr>
            <a:spLocks noGrp="1" noRot="1" noChangeAspect="1" noChangeArrowheads="1" noTextEdit="1"/>
          </p:cNvSpPr>
          <p:nvPr>
            <p:ph type="sldImg"/>
          </p:nvPr>
        </p:nvSpPr>
        <p:spPr>
          <a:ln/>
        </p:spPr>
      </p:sp>
      <p:sp>
        <p:nvSpPr>
          <p:cNvPr id="4536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xmlns="" val="4078710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B6D23F-48A8-4EC9-8B04-29A6F2FB7A4C}" type="slidenum">
              <a:rPr lang="en-US" altLang="en-US"/>
              <a:pPr/>
              <a:t>4</a:t>
            </a:fld>
            <a:endParaRPr lang="en-US" altLang="en-US"/>
          </a:p>
        </p:txBody>
      </p:sp>
      <p:sp>
        <p:nvSpPr>
          <p:cNvPr id="455682" name="Rectangle 2"/>
          <p:cNvSpPr>
            <a:spLocks noGrp="1" noRot="1" noChangeAspect="1" noChangeArrowheads="1" noTextEdit="1"/>
          </p:cNvSpPr>
          <p:nvPr>
            <p:ph type="sldImg"/>
          </p:nvPr>
        </p:nvSpPr>
        <p:spPr>
          <a:ln/>
        </p:spPr>
      </p:sp>
      <p:sp>
        <p:nvSpPr>
          <p:cNvPr id="4556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xmlns="" val="850211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FEBDF8-4262-462D-A1EB-F2F9C15D4E1B}" type="slidenum">
              <a:rPr lang="en-US" altLang="en-US"/>
              <a:pPr/>
              <a:t>6</a:t>
            </a:fld>
            <a:endParaRPr lang="en-US" altLang="en-US"/>
          </a:p>
        </p:txBody>
      </p:sp>
      <p:sp>
        <p:nvSpPr>
          <p:cNvPr id="416770" name="Rectangle 2"/>
          <p:cNvSpPr>
            <a:spLocks noGrp="1" noRot="1" noChangeAspect="1" noChangeArrowheads="1" noTextEdit="1"/>
          </p:cNvSpPr>
          <p:nvPr>
            <p:ph type="sldImg"/>
          </p:nvPr>
        </p:nvSpPr>
        <p:spPr>
          <a:ln/>
        </p:spPr>
      </p:sp>
      <p:sp>
        <p:nvSpPr>
          <p:cNvPr id="4167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xmlns="" val="3770362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A078CA-FB82-48AE-9BAE-8045D002090B}" type="slidenum">
              <a:rPr lang="en-US" altLang="en-US"/>
              <a:pPr/>
              <a:t>7</a:t>
            </a:fld>
            <a:endParaRPr lang="en-US" altLang="en-US"/>
          </a:p>
        </p:txBody>
      </p:sp>
      <p:sp>
        <p:nvSpPr>
          <p:cNvPr id="418818" name="Rectangle 2"/>
          <p:cNvSpPr>
            <a:spLocks noGrp="1" noRot="1" noChangeAspect="1" noChangeArrowheads="1" noTextEdit="1"/>
          </p:cNvSpPr>
          <p:nvPr>
            <p:ph type="sldImg"/>
          </p:nvPr>
        </p:nvSpPr>
        <p:spPr>
          <a:ln/>
        </p:spPr>
      </p:sp>
      <p:sp>
        <p:nvSpPr>
          <p:cNvPr id="4188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xmlns="" val="1218564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E8D66D-22F5-400D-8F32-262F9CEC34C6}" type="slidenum">
              <a:rPr lang="en-US" altLang="en-US"/>
              <a:pPr/>
              <a:t>8</a:t>
            </a:fld>
            <a:endParaRPr lang="en-US" altLang="en-US"/>
          </a:p>
        </p:txBody>
      </p:sp>
      <p:sp>
        <p:nvSpPr>
          <p:cNvPr id="446466" name="Rectangle 2"/>
          <p:cNvSpPr>
            <a:spLocks noGrp="1" noRot="1" noChangeAspect="1" noChangeArrowheads="1" noTextEdit="1"/>
          </p:cNvSpPr>
          <p:nvPr>
            <p:ph type="sldImg"/>
          </p:nvPr>
        </p:nvSpPr>
        <p:spPr>
          <a:ln/>
        </p:spPr>
      </p:sp>
      <p:sp>
        <p:nvSpPr>
          <p:cNvPr id="4464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xmlns="" val="1186575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189DA7-4560-442D-90A5-D1796601ED0A}" type="slidenum">
              <a:rPr lang="en-US" altLang="en-US"/>
              <a:pPr/>
              <a:t>9</a:t>
            </a:fld>
            <a:endParaRPr lang="en-US" altLang="en-US"/>
          </a:p>
        </p:txBody>
      </p:sp>
      <p:sp>
        <p:nvSpPr>
          <p:cNvPr id="461826" name="Rectangle 2"/>
          <p:cNvSpPr>
            <a:spLocks noGrp="1" noRot="1" noChangeAspect="1" noChangeArrowheads="1" noTextEdit="1"/>
          </p:cNvSpPr>
          <p:nvPr>
            <p:ph type="sldImg"/>
          </p:nvPr>
        </p:nvSpPr>
        <p:spPr>
          <a:xfrm>
            <a:off x="1184275" y="696913"/>
            <a:ext cx="4643438" cy="3482975"/>
          </a:xfrm>
          <a:ln w="12700" cap="flat"/>
        </p:spPr>
      </p:sp>
      <p:sp>
        <p:nvSpPr>
          <p:cNvPr id="461827" name="Rectangle 3"/>
          <p:cNvSpPr>
            <a:spLocks noGrp="1" noChangeArrowheads="1"/>
          </p:cNvSpPr>
          <p:nvPr>
            <p:ph type="body" idx="1"/>
          </p:nvPr>
        </p:nvSpPr>
        <p:spPr>
          <a:xfrm>
            <a:off x="935038" y="4416425"/>
            <a:ext cx="5140325" cy="4184650"/>
          </a:xfrm>
          <a:ln/>
        </p:spPr>
        <p:txBody>
          <a:bodyPr lIns="92929" tIns="46464" rIns="92929" bIns="46464"/>
          <a:lstStyle/>
          <a:p>
            <a:endParaRPr lang="en-US" altLang="en-US"/>
          </a:p>
        </p:txBody>
      </p:sp>
    </p:spTree>
    <p:extLst>
      <p:ext uri="{BB962C8B-B14F-4D97-AF65-F5344CB8AC3E}">
        <p14:creationId xmlns:p14="http://schemas.microsoft.com/office/powerpoint/2010/main" xmlns="" val="1225266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B220FF-E4DD-44AF-B21A-ACC81989E96D}" type="slidenum">
              <a:rPr lang="en-US" altLang="en-US"/>
              <a:pPr/>
              <a:t>16</a:t>
            </a:fld>
            <a:endParaRPr lang="en-US" altLang="en-US"/>
          </a:p>
        </p:txBody>
      </p:sp>
      <p:sp>
        <p:nvSpPr>
          <p:cNvPr id="310274" name="Rectangle 2"/>
          <p:cNvSpPr>
            <a:spLocks noGrp="1" noRot="1" noChangeAspect="1" noChangeArrowheads="1" noTextEdit="1"/>
          </p:cNvSpPr>
          <p:nvPr>
            <p:ph type="sldImg"/>
          </p:nvPr>
        </p:nvSpPr>
        <p:spPr>
          <a:ln/>
        </p:spPr>
      </p:sp>
      <p:sp>
        <p:nvSpPr>
          <p:cNvPr id="3102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xmlns="" val="422455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endParaRPr lang="en-US" altLang="en-US"/>
          </a:p>
        </p:txBody>
      </p:sp>
      <p:sp>
        <p:nvSpPr>
          <p:cNvPr id="17" name="Footer Placeholder 16"/>
          <p:cNvSpPr>
            <a:spLocks noGrp="1"/>
          </p:cNvSpPr>
          <p:nvPr>
            <p:ph type="ftr" sz="quarter" idx="11"/>
          </p:nvPr>
        </p:nvSpPr>
        <p:spPr/>
        <p:txBody>
          <a:bodyPr/>
          <a:lstStyle/>
          <a:p>
            <a:endParaRPr lang="en-US" alt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4295BFFB-78D0-4E2A-829D-5B6874561D2E}" type="slidenum">
              <a:rPr lang="en-US" altLang="en-US" smtClean="0"/>
              <a:pPr/>
              <a:t>‹#›</a:t>
            </a:fld>
            <a:endParaRPr lang="en-US" alt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a:xfrm>
            <a:off x="4361688" y="1026372"/>
            <a:ext cx="457200" cy="441325"/>
          </a:xfrm>
        </p:spPr>
        <p:txBody>
          <a:bodyPr/>
          <a:lstStyle/>
          <a:p>
            <a:fld id="{135851A5-39CF-4D85-8FB3-DC0F595A434D}" type="slidenum">
              <a:rPr lang="en-US" altLang="en-US" smtClean="0"/>
              <a:pPr/>
              <a:t>‹#›</a:t>
            </a:fld>
            <a:endParaRPr lang="en-US" alt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ltLang="en-US"/>
          </a:p>
        </p:txBody>
      </p:sp>
      <p:sp>
        <p:nvSpPr>
          <p:cNvPr id="4" name="Date Placeholder 3"/>
          <p:cNvSpPr>
            <a:spLocks noGrp="1"/>
          </p:cNvSpPr>
          <p:nvPr>
            <p:ph type="dt" sz="half" idx="10"/>
          </p:nvPr>
        </p:nvSpPr>
        <p:spPr/>
        <p:txBody>
          <a:bodyPr/>
          <a:lstStyle/>
          <a:p>
            <a:endParaRPr lang="en-US" alt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1BDD16AA-7DCD-4F55-821D-188BF5AB70D2}" type="slidenum">
              <a:rPr lang="en-US" altLang="en-US" smtClean="0"/>
              <a:pPr/>
              <a:t>‹#›</a:t>
            </a:fld>
            <a:endParaRPr lang="en-US" alt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FDDEF4F0-F43E-48AE-B4A5-AEC0FA57DDCE}" type="slidenum">
              <a:rPr lang="en-US" altLang="en-US" smtClean="0"/>
              <a:pPr/>
              <a:t>‹#›</a:t>
            </a:fld>
            <a:endParaRPr lang="en-US" alt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endParaRPr lang="en-US" altLang="en-US"/>
          </a:p>
        </p:txBody>
      </p:sp>
      <p:sp>
        <p:nvSpPr>
          <p:cNvPr id="8" name="Footer Placeholder 7"/>
          <p:cNvSpPr>
            <a:spLocks noGrp="1"/>
          </p:cNvSpPr>
          <p:nvPr>
            <p:ph type="ftr" sz="quarter" idx="11"/>
          </p:nvPr>
        </p:nvSpPr>
        <p:spPr>
          <a:xfrm>
            <a:off x="304800" y="6409944"/>
            <a:ext cx="3581400" cy="365760"/>
          </a:xfrm>
        </p:spPr>
        <p:txBody>
          <a:bodyPr/>
          <a:lstStyle/>
          <a:p>
            <a:endParaRPr lang="en-US" alt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69ACDEB0-420C-42AF-8AC4-0FAED788F6AD}" type="slidenum">
              <a:rPr lang="en-US" altLang="en-US" smtClean="0"/>
              <a:pPr/>
              <a:t>‹#›</a:t>
            </a:fld>
            <a:endParaRPr lang="en-US" alt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a:xfrm>
            <a:off x="4343400" y="1036020"/>
            <a:ext cx="457200" cy="441325"/>
          </a:xfrm>
        </p:spPr>
        <p:txBody>
          <a:bodyPr/>
          <a:lstStyle/>
          <a:p>
            <a:fld id="{87936068-A42C-43A7-AB7D-A08E93990265}" type="slidenum">
              <a:rPr lang="en-US" altLang="en-US" smtClean="0"/>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620B303-7499-4500-A49C-52BA768C6E58}" type="slidenum">
              <a:rPr lang="en-US" altLang="en-US" smtClean="0"/>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6BC2F513-13F5-4E46-BCE8-FEAFBFC07454}" type="slidenum">
              <a:rPr lang="en-US" altLang="en-US" smtClean="0"/>
              <a:pPr/>
              <a:t>‹#›</a:t>
            </a:fld>
            <a:endParaRPr lang="en-US" alt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a:xfrm>
            <a:off x="301752" y="6410848"/>
            <a:ext cx="3383280" cy="365760"/>
          </a:xfrm>
        </p:spPr>
        <p:txBody>
          <a:bodyPr/>
          <a:lstStyle/>
          <a:p>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F794004E-C08A-46B8-86A9-B02C2F59BD6C}" type="slidenum">
              <a:rPr lang="en-US" altLang="en-US" smtClean="0"/>
              <a:pPr/>
              <a:t>‹#›</a:t>
            </a:fld>
            <a:endParaRPr lang="en-US" alt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endParaRPr lang="en-US" altLang="en-US"/>
          </a:p>
        </p:txBody>
      </p:sp>
      <p:sp>
        <p:nvSpPr>
          <p:cNvPr id="6" name="Footer Placeholder 5"/>
          <p:cNvSpPr>
            <a:spLocks noGrp="1"/>
          </p:cNvSpPr>
          <p:nvPr>
            <p:ph type="ftr" sz="quarter" idx="11"/>
          </p:nvPr>
        </p:nvSpPr>
        <p:spPr>
          <a:xfrm>
            <a:off x="301752" y="6410848"/>
            <a:ext cx="3584448" cy="365760"/>
          </a:xfrm>
        </p:spPr>
        <p:txBody>
          <a:bodyPr/>
          <a:lstStyle/>
          <a:p>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5082229-D6F0-4274-96B5-26E789E95822}" type="slidenum">
              <a:rPr lang="en-US" altLang="en-US" smtClean="0"/>
              <a:pPr/>
              <a:t>‹#›</a:t>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2D23C6F0-E8EF-412C-A1BB-A95EF3AFED1C}" type="slidenum">
              <a:rPr lang="en-US" altLang="en-US" smtClean="0"/>
              <a:pPr/>
              <a:t>‹#›</a:t>
            </a:fld>
            <a:endParaRPr lang="en-US" alt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endParaRPr lang="en-US" alt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lt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C6BEE0EB-4A2E-49F2-93DA-8B9168FA3AFA}" type="slidenum">
              <a:rPr lang="en-US" altLang="en-US" smtClean="0"/>
              <a:pPr/>
              <a:t>‹#›</a:t>
            </a:fld>
            <a:endParaRPr lang="en-US" alt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WordArt 4"/>
          <p:cNvSpPr>
            <a:spLocks noChangeArrowheads="1" noChangeShapeType="1" noTextEdit="1"/>
          </p:cNvSpPr>
          <p:nvPr/>
        </p:nvSpPr>
        <p:spPr bwMode="auto">
          <a:xfrm>
            <a:off x="2120900" y="457200"/>
            <a:ext cx="4800600" cy="1466850"/>
          </a:xfrm>
          <a:prstGeom prst="rect">
            <a:avLst/>
          </a:prstGeom>
        </p:spPr>
        <p:txBody>
          <a:bodyPr wrap="none" fromWordArt="1">
            <a:prstTxWarp prst="textPlain">
              <a:avLst>
                <a:gd name="adj" fmla="val 49206"/>
              </a:avLst>
            </a:prstTxWarp>
          </a:bodyPr>
          <a:lstStyle/>
          <a:p>
            <a:pPr algn="ctr"/>
            <a:endParaRPr lang="en-US" sz="3200" kern="10" dirty="0">
              <a:ln w="19050">
                <a:solidFill>
                  <a:srgbClr val="993300"/>
                </a:solidFill>
                <a:round/>
                <a:headEnd/>
                <a:tailEnd/>
              </a:ln>
              <a:solidFill>
                <a:srgbClr val="FF9900"/>
              </a:solidFill>
              <a:effectLst>
                <a:outerShdw dist="35921" dir="2700000" algn="ctr" rotWithShape="0">
                  <a:srgbClr val="990000"/>
                </a:outerShdw>
              </a:effectLst>
              <a:latin typeface="Impact"/>
            </a:endParaRPr>
          </a:p>
        </p:txBody>
      </p:sp>
      <p:sp>
        <p:nvSpPr>
          <p:cNvPr id="116741" name="Rectangle 5"/>
          <p:cNvSpPr>
            <a:spLocks noChangeArrowheads="1"/>
          </p:cNvSpPr>
          <p:nvPr/>
        </p:nvSpPr>
        <p:spPr bwMode="auto">
          <a:xfrm>
            <a:off x="7931150" y="6589713"/>
            <a:ext cx="184150" cy="244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1" hangingPunct="1"/>
            <a:endParaRPr lang="en-US" altLang="en-US" sz="1000">
              <a:latin typeface="Arial" charset="0"/>
            </a:endParaRPr>
          </a:p>
        </p:txBody>
      </p:sp>
      <p:sp>
        <p:nvSpPr>
          <p:cNvPr id="2" name="Title 1"/>
          <p:cNvSpPr>
            <a:spLocks noGrp="1"/>
          </p:cNvSpPr>
          <p:nvPr>
            <p:ph type="ctrTitle"/>
          </p:nvPr>
        </p:nvSpPr>
        <p:spPr>
          <a:xfrm>
            <a:off x="785786" y="3071810"/>
            <a:ext cx="7772400" cy="1600199"/>
          </a:xfrm>
        </p:spPr>
        <p:txBody>
          <a:bodyPr>
            <a:noAutofit/>
          </a:bodyPr>
          <a:lstStyle/>
          <a:p>
            <a:r>
              <a:rPr lang="en-US" sz="54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Blood Bank </a:t>
            </a:r>
            <a:endParaRPr 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normAutofit fontScale="90000"/>
          </a:bodyPr>
          <a:lstStyle/>
          <a:p>
            <a:r>
              <a:rPr lang="en-US" altLang="en-US" sz="3600" b="1" dirty="0">
                <a:effectLst/>
              </a:rPr>
              <a:t/>
            </a:r>
            <a:br>
              <a:rPr lang="en-US" altLang="en-US" sz="3600" b="1" dirty="0">
                <a:effectLst/>
              </a:rPr>
            </a:br>
            <a:r>
              <a:rPr lang="en-US" altLang="en-US" sz="3600" b="1" dirty="0">
                <a:effectLst/>
              </a:rPr>
              <a:t/>
            </a:r>
            <a:br>
              <a:rPr lang="en-US" altLang="en-US" sz="3600" b="1" dirty="0">
                <a:effectLst/>
              </a:rPr>
            </a:br>
            <a:r>
              <a:rPr lang="en-US" altLang="en-US" sz="5400" b="1" dirty="0" smtClean="0">
                <a:solidFill>
                  <a:srgbClr val="FFC000"/>
                </a:solidFill>
                <a:effectLst/>
              </a:rPr>
              <a:t>Table Of Contents</a:t>
            </a:r>
            <a:r>
              <a:rPr lang="en-US" altLang="en-US" sz="3600" b="1" dirty="0">
                <a:effectLst/>
              </a:rPr>
              <a:t/>
            </a:r>
            <a:br>
              <a:rPr lang="en-US" altLang="en-US" sz="3600" b="1" dirty="0">
                <a:effectLst/>
              </a:rPr>
            </a:br>
            <a:endParaRPr lang="en-US" altLang="en-US" sz="3600" b="1" dirty="0">
              <a:solidFill>
                <a:schemeClr val="folHlink"/>
              </a:solidFill>
              <a:effectLst/>
            </a:endParaRPr>
          </a:p>
        </p:txBody>
      </p:sp>
      <p:sp>
        <p:nvSpPr>
          <p:cNvPr id="412675" name="Rectangle 3"/>
          <p:cNvSpPr>
            <a:spLocks noGrp="1" noChangeArrowheads="1"/>
          </p:cNvSpPr>
          <p:nvPr>
            <p:ph sz="quarter" idx="1"/>
          </p:nvPr>
        </p:nvSpPr>
        <p:spPr/>
        <p:txBody>
          <a:bodyPr/>
          <a:lstStyle/>
          <a:p>
            <a:pPr marL="0" indent="0" algn="l">
              <a:buNone/>
            </a:pPr>
            <a:endParaRPr lang="en-US" altLang="en-US" dirty="0"/>
          </a:p>
          <a:p>
            <a:pPr algn="l">
              <a:buFont typeface="Wingdings" pitchFamily="2" charset="2"/>
              <a:buChar char="n"/>
            </a:pPr>
            <a:r>
              <a:rPr lang="en-US" altLang="en-US" dirty="0" smtClean="0"/>
              <a:t>1 Introduction</a:t>
            </a:r>
          </a:p>
          <a:p>
            <a:pPr algn="l">
              <a:buFont typeface="Wingdings" pitchFamily="2" charset="2"/>
              <a:buChar char="n"/>
            </a:pPr>
            <a:r>
              <a:rPr lang="en-US" altLang="en-US" dirty="0" smtClean="0"/>
              <a:t>2 ER-Diagram</a:t>
            </a:r>
          </a:p>
          <a:p>
            <a:r>
              <a:rPr lang="en-US" altLang="en-US" dirty="0" smtClean="0"/>
              <a:t>3</a:t>
            </a:r>
            <a:r>
              <a:rPr lang="en-US" dirty="0" smtClean="0">
                <a:solidFill>
                  <a:schemeClr val="tx1">
                    <a:lumMod val="85000"/>
                    <a:lumOff val="15000"/>
                  </a:schemeClr>
                </a:solidFill>
                <a:latin typeface="Times New Roman" pitchFamily="18" charset="0"/>
                <a:cs typeface="Times New Roman" pitchFamily="18" charset="0"/>
              </a:rPr>
              <a:t> </a:t>
            </a:r>
            <a:r>
              <a:rPr lang="en-US" dirty="0" smtClean="0">
                <a:solidFill>
                  <a:schemeClr val="tx1">
                    <a:lumMod val="85000"/>
                    <a:lumOff val="15000"/>
                  </a:schemeClr>
                </a:solidFill>
                <a:cs typeface="Vrinda" panose="020B0502040204020203" pitchFamily="34" charset="0"/>
              </a:rPr>
              <a:t>Technologies Used </a:t>
            </a:r>
          </a:p>
          <a:p>
            <a:r>
              <a:rPr lang="en-US" altLang="en-US" dirty="0" smtClean="0">
                <a:solidFill>
                  <a:schemeClr val="tx1">
                    <a:lumMod val="85000"/>
                    <a:lumOff val="15000"/>
                  </a:schemeClr>
                </a:solidFill>
                <a:cs typeface="Vrinda" panose="020B0502040204020203" pitchFamily="34" charset="0"/>
              </a:rPr>
              <a:t>4</a:t>
            </a:r>
            <a:r>
              <a:rPr lang="en-US" dirty="0" smtClean="0">
                <a:solidFill>
                  <a:schemeClr val="tx1">
                    <a:lumMod val="85000"/>
                    <a:lumOff val="15000"/>
                  </a:schemeClr>
                </a:solidFill>
                <a:latin typeface="Times New Roman" pitchFamily="18" charset="0"/>
                <a:cs typeface="Times New Roman" pitchFamily="18" charset="0"/>
              </a:rPr>
              <a:t> </a:t>
            </a:r>
            <a:r>
              <a:rPr lang="en-US" dirty="0" smtClean="0">
                <a:solidFill>
                  <a:schemeClr val="tx1">
                    <a:lumMod val="85000"/>
                    <a:lumOff val="15000"/>
                  </a:schemeClr>
                </a:solidFill>
                <a:cs typeface="Times New Roman" pitchFamily="18" charset="0"/>
              </a:rPr>
              <a:t>Facilities Required</a:t>
            </a:r>
          </a:p>
          <a:p>
            <a:r>
              <a:rPr lang="en-US" altLang="en-US" dirty="0" smtClean="0">
                <a:solidFill>
                  <a:schemeClr val="tx1">
                    <a:lumMod val="85000"/>
                    <a:lumOff val="15000"/>
                  </a:schemeClr>
                </a:solidFill>
                <a:cs typeface="Times New Roman" pitchFamily="18" charset="0"/>
              </a:rPr>
              <a:t>5 </a:t>
            </a:r>
            <a:r>
              <a:rPr lang="en-US" dirty="0" smtClean="0">
                <a:solidFill>
                  <a:schemeClr val="tx1">
                    <a:lumMod val="85000"/>
                    <a:lumOff val="15000"/>
                  </a:schemeClr>
                </a:solidFill>
                <a:cs typeface="Times New Roman" pitchFamily="18" charset="0"/>
              </a:rPr>
              <a:t>Project Snapshot </a:t>
            </a:r>
          </a:p>
          <a:p>
            <a:r>
              <a:rPr lang="en-US" dirty="0" smtClean="0">
                <a:solidFill>
                  <a:schemeClr val="tx1">
                    <a:lumMod val="85000"/>
                    <a:lumOff val="15000"/>
                  </a:schemeClr>
                </a:solidFill>
                <a:cs typeface="Times New Roman" pitchFamily="18" charset="0"/>
              </a:rPr>
              <a:t>6 Conclusion</a:t>
            </a:r>
          </a:p>
          <a:p>
            <a:pPr marL="0" indent="0">
              <a:buNone/>
            </a:pPr>
            <a:endParaRPr lang="en-US" sz="2400" dirty="0" smtClean="0">
              <a:solidFill>
                <a:schemeClr val="tx1">
                  <a:lumMod val="85000"/>
                  <a:lumOff val="15000"/>
                </a:schemeClr>
              </a:solidFill>
              <a:cs typeface="Times New Roman" pitchFamily="18" charset="0"/>
            </a:endParaRPr>
          </a:p>
          <a:p>
            <a:endParaRPr lang="en-US" altLang="en-US" sz="2400" dirty="0" smtClean="0">
              <a:cs typeface="Vrinda" panose="020B0502040204020203" pitchFamily="34" charset="0"/>
            </a:endParaRPr>
          </a:p>
          <a:p>
            <a:pPr algn="l"/>
            <a:endParaRPr lang="en-US" altLang="en-US" sz="2400" dirty="0"/>
          </a:p>
          <a:p>
            <a:pPr algn="l"/>
            <a:endParaRPr lang="en-US" alt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normAutofit fontScale="90000"/>
          </a:bodyPr>
          <a:lstStyle/>
          <a:p>
            <a:r>
              <a:rPr lang="en-US" altLang="en-US" sz="3600" b="1" dirty="0"/>
              <a:t/>
            </a:r>
            <a:br>
              <a:rPr lang="en-US" altLang="en-US" sz="3600" b="1" dirty="0"/>
            </a:br>
            <a:r>
              <a:rPr lang="en-US" altLang="en-US" sz="6600" b="1" dirty="0" smtClean="0">
                <a:solidFill>
                  <a:srgbClr val="FFC000"/>
                </a:solidFill>
              </a:rPr>
              <a:t>Introduction</a:t>
            </a:r>
            <a:r>
              <a:rPr lang="en-US" altLang="en-US" sz="3600" b="1" dirty="0"/>
              <a:t/>
            </a:r>
            <a:br>
              <a:rPr lang="en-US" altLang="en-US" sz="3600" b="1" dirty="0"/>
            </a:br>
            <a:endParaRPr lang="en-US" altLang="en-US" sz="3600" b="1" dirty="0">
              <a:solidFill>
                <a:schemeClr val="folHlink"/>
              </a:solidFill>
            </a:endParaRPr>
          </a:p>
        </p:txBody>
      </p:sp>
      <p:sp>
        <p:nvSpPr>
          <p:cNvPr id="452611" name="Rectangle 3"/>
          <p:cNvSpPr>
            <a:spLocks noGrp="1" noChangeArrowheads="1"/>
          </p:cNvSpPr>
          <p:nvPr>
            <p:ph sz="quarter" idx="1"/>
          </p:nvPr>
        </p:nvSpPr>
        <p:spPr>
          <a:xfrm>
            <a:off x="0" y="1600200"/>
            <a:ext cx="9144000" cy="5257800"/>
          </a:xfrm>
        </p:spPr>
        <p:txBody>
          <a:bodyPr>
            <a:normAutofit/>
          </a:bodyPr>
          <a:lstStyle/>
          <a:p>
            <a:pPr>
              <a:buNone/>
            </a:pPr>
            <a:r>
              <a:rPr lang="en-US" sz="2400" b="1" dirty="0" smtClean="0"/>
              <a:t> </a:t>
            </a:r>
            <a:endParaRPr lang="en-IN" sz="2400" dirty="0" smtClean="0"/>
          </a:p>
          <a:p>
            <a:pPr>
              <a:buNone/>
            </a:pPr>
            <a:r>
              <a:rPr lang="en-US" sz="2400" dirty="0" smtClean="0"/>
              <a:t>           This project is aimed to developing an online Blood Donation Information. The entire project has been developed keeping in view of the distributed client server computing technology, in mind. </a:t>
            </a:r>
            <a:endParaRPr lang="en-IN" sz="2400" dirty="0" smtClean="0"/>
          </a:p>
          <a:p>
            <a:pPr>
              <a:buNone/>
            </a:pPr>
            <a:r>
              <a:rPr lang="en-US" sz="2400" dirty="0" smtClean="0"/>
              <a:t>          The Blood Donation Agent is to create an e-Information about the donor and organization that are related to donating the blood. Through this application any person who is interested in donating the blood can register himself in the same way if any organization wants to register itself with this site that can also register. Moreover if any general consumer wants to make request blood online he can also take the help of this site. </a:t>
            </a:r>
            <a:endParaRPr lang="en-IN"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dirty="0" smtClean="0">
                <a:solidFill>
                  <a:srgbClr val="FFC000"/>
                </a:solidFill>
              </a:rPr>
              <a:t>ER-Diagram</a:t>
            </a:r>
            <a:endParaRPr lang="en-US" sz="6000" dirty="0">
              <a:solidFill>
                <a:srgbClr val="FFC000"/>
              </a:solidFill>
            </a:endParaRPr>
          </a:p>
        </p:txBody>
      </p:sp>
      <p:sp>
        <p:nvSpPr>
          <p:cNvPr id="454659" name="Rectangle 3"/>
          <p:cNvSpPr>
            <a:spLocks noGrp="1" noChangeArrowheads="1"/>
          </p:cNvSpPr>
          <p:nvPr>
            <p:ph sz="quarter" idx="1"/>
          </p:nvPr>
        </p:nvSpPr>
        <p:spPr/>
        <p:txBody>
          <a:bodyPr/>
          <a:lstStyle/>
          <a:p>
            <a:pPr algn="l"/>
            <a:endParaRPr lang="en-US" altLang="en-US" sz="2400" dirty="0"/>
          </a:p>
          <a:p>
            <a:pPr algn="l"/>
            <a:endParaRPr lang="en-US" altLang="en-US" sz="2400" dirty="0"/>
          </a:p>
          <a:p>
            <a:pPr algn="l"/>
            <a:endParaRPr lang="en-US" altLang="en-US" sz="2400" dirty="0"/>
          </a:p>
          <a:p>
            <a:pPr algn="l">
              <a:buFont typeface="Wingdings" pitchFamily="2" charset="2"/>
              <a:buChar char="n"/>
            </a:pPr>
            <a:endParaRPr lang="en-US" altLang="en-US" sz="2400" dirty="0"/>
          </a:p>
          <a:p>
            <a:pPr algn="l"/>
            <a:endParaRPr lang="en-US" altLang="en-US" sz="2400" dirty="0"/>
          </a:p>
          <a:p>
            <a:pPr algn="l"/>
            <a:endParaRPr lang="en-US" altLang="en-US" sz="2400" dirty="0"/>
          </a:p>
        </p:txBody>
      </p:sp>
      <p:pic>
        <p:nvPicPr>
          <p:cNvPr id="454660" name="Picture 4" descr="BISMALLL"/>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229600" y="6096000"/>
            <a:ext cx="914400" cy="762000"/>
          </a:xfrm>
          <a:prstGeom prst="rect">
            <a:avLst/>
          </a:prstGeom>
          <a:solidFill>
            <a:schemeClr val="bg1"/>
          </a:solidFill>
        </p:spPr>
      </p:pic>
      <p:grpSp>
        <p:nvGrpSpPr>
          <p:cNvPr id="20482" name="Group 2"/>
          <p:cNvGrpSpPr>
            <a:grpSpLocks/>
          </p:cNvGrpSpPr>
          <p:nvPr/>
        </p:nvGrpSpPr>
        <p:grpSpPr bwMode="auto">
          <a:xfrm>
            <a:off x="2071670" y="1571612"/>
            <a:ext cx="5051425" cy="4883150"/>
            <a:chOff x="1800" y="6766"/>
            <a:chExt cx="8460" cy="6403"/>
          </a:xfrm>
        </p:grpSpPr>
        <p:grpSp>
          <p:nvGrpSpPr>
            <p:cNvPr id="20483" name="Group 3"/>
            <p:cNvGrpSpPr>
              <a:grpSpLocks/>
            </p:cNvGrpSpPr>
            <p:nvPr/>
          </p:nvGrpSpPr>
          <p:grpSpPr bwMode="auto">
            <a:xfrm>
              <a:off x="5760" y="9360"/>
              <a:ext cx="4500" cy="1620"/>
              <a:chOff x="3990" y="4320"/>
              <a:chExt cx="4500" cy="1620"/>
            </a:xfrm>
          </p:grpSpPr>
          <p:sp>
            <p:nvSpPr>
              <p:cNvPr id="20484" name="Oval 4"/>
              <p:cNvSpPr>
                <a:spLocks noChangeArrowheads="1"/>
              </p:cNvSpPr>
              <p:nvPr/>
            </p:nvSpPr>
            <p:spPr bwMode="auto">
              <a:xfrm>
                <a:off x="3990" y="4320"/>
                <a:ext cx="4500" cy="16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20485" name="Text Box 5"/>
              <p:cNvSpPr txBox="1">
                <a:spLocks noChangeArrowheads="1"/>
              </p:cNvSpPr>
              <p:nvPr/>
            </p:nvSpPr>
            <p:spPr bwMode="auto">
              <a:xfrm>
                <a:off x="4500" y="4680"/>
                <a:ext cx="3600" cy="9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smtClean="0">
                    <a:ln>
                      <a:noFill/>
                    </a:ln>
                    <a:solidFill>
                      <a:schemeClr val="tx1"/>
                    </a:solidFill>
                    <a:effectLst/>
                    <a:latin typeface="Verdana" pitchFamily="34" charset="0"/>
                    <a:ea typeface="Arial" pitchFamily="34" charset="0"/>
                    <a:cs typeface="Mangal"/>
                  </a:rPr>
                  <a:t>Blood Donation Agent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sp>
          <p:nvSpPr>
            <p:cNvPr id="20486" name="AutoShape 6"/>
            <p:cNvSpPr>
              <a:spLocks noChangeArrowheads="1"/>
            </p:cNvSpPr>
            <p:nvPr/>
          </p:nvSpPr>
          <p:spPr bwMode="auto">
            <a:xfrm flipH="1">
              <a:off x="2520" y="12089"/>
              <a:ext cx="2700" cy="1080"/>
            </a:xfrm>
            <a:prstGeom prst="cube">
              <a:avLst>
                <a:gd name="adj" fmla="val 25000"/>
              </a:avLst>
            </a:pr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Verdana" pitchFamily="34" charset="0"/>
                  <a:ea typeface="Arial" pitchFamily="34" charset="0"/>
                  <a:cs typeface="Mangal"/>
                </a:rPr>
                <a:t>Future  Use</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87" name="AutoShape 7"/>
            <p:cNvSpPr>
              <a:spLocks noChangeArrowheads="1"/>
            </p:cNvSpPr>
            <p:nvPr/>
          </p:nvSpPr>
          <p:spPr bwMode="auto">
            <a:xfrm flipH="1">
              <a:off x="2160" y="6766"/>
              <a:ext cx="2700" cy="1080"/>
            </a:xfrm>
            <a:prstGeom prst="cube">
              <a:avLst>
                <a:gd name="adj" fmla="val 25000"/>
              </a:avLst>
            </a:pr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smtClean="0">
                  <a:ln>
                    <a:noFill/>
                  </a:ln>
                  <a:solidFill>
                    <a:schemeClr val="tx1"/>
                  </a:solidFill>
                  <a:effectLst/>
                  <a:latin typeface="Calibri" pitchFamily="34" charset="0"/>
                  <a:ea typeface="Arial" pitchFamily="34" charset="0"/>
                  <a:cs typeface="Mangal"/>
                </a:rPr>
                <a:t>Admin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88" name="AutoShape 8"/>
            <p:cNvSpPr>
              <a:spLocks noChangeArrowheads="1"/>
            </p:cNvSpPr>
            <p:nvPr/>
          </p:nvSpPr>
          <p:spPr bwMode="auto">
            <a:xfrm flipH="1">
              <a:off x="1800" y="9427"/>
              <a:ext cx="3060" cy="1080"/>
            </a:xfrm>
            <a:prstGeom prst="cube">
              <a:avLst>
                <a:gd name="adj" fmla="val 25000"/>
              </a:avLst>
            </a:pr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200" b="1" i="0" u="none" strike="noStrike" cap="none" normalizeH="0" baseline="0" smtClean="0">
                <a:ln>
                  <a:noFill/>
                </a:ln>
                <a:solidFill>
                  <a:schemeClr val="tx1"/>
                </a:solidFill>
                <a:effectLst/>
                <a:latin typeface="Verdana" pitchFamily="34" charset="0"/>
                <a:ea typeface="Arial" pitchFamily="34" charset="0"/>
                <a:cs typeface="Mangal"/>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200" b="1" i="0" u="none" strike="noStrike" cap="none" normalizeH="0" baseline="0" smtClean="0">
                  <a:ln>
                    <a:noFill/>
                  </a:ln>
                  <a:solidFill>
                    <a:schemeClr val="tx1"/>
                  </a:solidFill>
                  <a:effectLst/>
                  <a:latin typeface="Verdana" pitchFamily="34" charset="0"/>
                  <a:ea typeface="Arial" pitchFamily="34" charset="0"/>
                  <a:cs typeface="Mangal"/>
                </a:rPr>
                <a:t>Donor</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89" name="AutoShape 9"/>
            <p:cNvSpPr>
              <a:spLocks noChangeArrowheads="1"/>
            </p:cNvSpPr>
            <p:nvPr/>
          </p:nvSpPr>
          <p:spPr bwMode="auto">
            <a:xfrm flipH="1">
              <a:off x="2160" y="10758"/>
              <a:ext cx="2700" cy="1080"/>
            </a:xfrm>
            <a:prstGeom prst="cube">
              <a:avLst>
                <a:gd name="adj" fmla="val 25000"/>
              </a:avLst>
            </a:pr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IN" sz="1100" b="0" i="0" u="none" strike="noStrike" cap="none" normalizeH="0" baseline="0" smtClean="0">
                <a:ln>
                  <a:noFill/>
                </a:ln>
                <a:solidFill>
                  <a:schemeClr val="tx1"/>
                </a:solidFill>
                <a:effectLst/>
                <a:latin typeface="Mangal"/>
                <a:ea typeface="Arial" pitchFamily="34" charset="0"/>
                <a:cs typeface="Mangal"/>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Verdana" pitchFamily="34" charset="0"/>
                  <a:ea typeface="Arial" pitchFamily="34" charset="0"/>
                  <a:cs typeface="Mangal"/>
                </a:rPr>
                <a:t>Organization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0" name="AutoShape 10"/>
            <p:cNvSpPr>
              <a:spLocks noChangeArrowheads="1"/>
            </p:cNvSpPr>
            <p:nvPr/>
          </p:nvSpPr>
          <p:spPr bwMode="auto">
            <a:xfrm flipH="1">
              <a:off x="1800" y="8116"/>
              <a:ext cx="2880" cy="1080"/>
            </a:xfrm>
            <a:prstGeom prst="cube">
              <a:avLst>
                <a:gd name="adj" fmla="val 25000"/>
              </a:avLst>
            </a:pr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IN" sz="1100" b="0" i="0" u="none" strike="noStrike" cap="none" normalizeH="0" baseline="0" smtClean="0">
                <a:ln>
                  <a:noFill/>
                </a:ln>
                <a:solidFill>
                  <a:schemeClr val="tx1"/>
                </a:solidFill>
                <a:effectLst/>
                <a:latin typeface="Mangal"/>
                <a:ea typeface="Arial" pitchFamily="34" charset="0"/>
                <a:cs typeface="Mangal"/>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Verdana" pitchFamily="34" charset="0"/>
                  <a:ea typeface="Arial" pitchFamily="34" charset="0"/>
                  <a:cs typeface="Mangal"/>
                </a:rPr>
                <a:t>Call Center</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1" name="Text Box 11"/>
            <p:cNvSpPr txBox="1">
              <a:spLocks noChangeArrowheads="1"/>
            </p:cNvSpPr>
            <p:nvPr/>
          </p:nvSpPr>
          <p:spPr bwMode="auto">
            <a:xfrm>
              <a:off x="7020" y="7920"/>
              <a:ext cx="324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1800" b="1" i="0" u="none" strike="noStrike" cap="none" normalizeH="0" baseline="0" smtClean="0">
                  <a:ln>
                    <a:noFill/>
                  </a:ln>
                  <a:solidFill>
                    <a:schemeClr val="tx1"/>
                  </a:solidFill>
                  <a:effectLst/>
                  <a:latin typeface="Calibri" pitchFamily="34" charset="0"/>
                  <a:ea typeface="Arial" pitchFamily="34" charset="0"/>
                  <a:cs typeface="Mangal"/>
                </a:rPr>
                <a:t>DataBase</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492" name="Line 12"/>
            <p:cNvSpPr>
              <a:spLocks noChangeShapeType="1"/>
            </p:cNvSpPr>
            <p:nvPr/>
          </p:nvSpPr>
          <p:spPr bwMode="auto">
            <a:xfrm>
              <a:off x="4860" y="7740"/>
              <a:ext cx="1800" cy="1800"/>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20493" name="Line 13"/>
            <p:cNvSpPr>
              <a:spLocks noChangeShapeType="1"/>
            </p:cNvSpPr>
            <p:nvPr/>
          </p:nvSpPr>
          <p:spPr bwMode="auto">
            <a:xfrm>
              <a:off x="4680" y="8821"/>
              <a:ext cx="1440" cy="900"/>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20494" name="Line 14"/>
            <p:cNvSpPr>
              <a:spLocks noChangeShapeType="1"/>
            </p:cNvSpPr>
            <p:nvPr/>
          </p:nvSpPr>
          <p:spPr bwMode="auto">
            <a:xfrm flipV="1">
              <a:off x="4860" y="10621"/>
              <a:ext cx="1260" cy="677"/>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20495" name="Line 15"/>
            <p:cNvSpPr>
              <a:spLocks noChangeShapeType="1"/>
            </p:cNvSpPr>
            <p:nvPr/>
          </p:nvSpPr>
          <p:spPr bwMode="auto">
            <a:xfrm flipH="1">
              <a:off x="5040" y="10801"/>
              <a:ext cx="1440" cy="1367"/>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20496" name="Line 16"/>
            <p:cNvSpPr>
              <a:spLocks noChangeShapeType="1"/>
            </p:cNvSpPr>
            <p:nvPr/>
          </p:nvSpPr>
          <p:spPr bwMode="auto">
            <a:xfrm flipH="1">
              <a:off x="8100" y="8460"/>
              <a:ext cx="0" cy="900"/>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a:p>
          </p:txBody>
        </p:sp>
        <p:sp>
          <p:nvSpPr>
            <p:cNvPr id="20497" name="Line 17"/>
            <p:cNvSpPr>
              <a:spLocks noChangeShapeType="1"/>
            </p:cNvSpPr>
            <p:nvPr/>
          </p:nvSpPr>
          <p:spPr bwMode="auto">
            <a:xfrm>
              <a:off x="4860" y="9901"/>
              <a:ext cx="1080" cy="0"/>
            </a:xfrm>
            <a:prstGeom prst="line">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IN"/>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dirty="0" smtClean="0">
                <a:solidFill>
                  <a:srgbClr val="FFC000"/>
                </a:solidFill>
              </a:rPr>
              <a:t>DFD Diagram</a:t>
            </a:r>
            <a:endParaRPr lang="en-US" sz="6000" dirty="0">
              <a:solidFill>
                <a:srgbClr val="FFC000"/>
              </a:solidFill>
            </a:endParaRPr>
          </a:p>
        </p:txBody>
      </p:sp>
      <p:grpSp>
        <p:nvGrpSpPr>
          <p:cNvPr id="18433" name="Group 1"/>
          <p:cNvGrpSpPr>
            <a:grpSpLocks/>
          </p:cNvGrpSpPr>
          <p:nvPr/>
        </p:nvGrpSpPr>
        <p:grpSpPr bwMode="auto">
          <a:xfrm>
            <a:off x="857224" y="1500174"/>
            <a:ext cx="7358114" cy="4572032"/>
            <a:chOff x="2340" y="2880"/>
            <a:chExt cx="7380" cy="4860"/>
          </a:xfrm>
        </p:grpSpPr>
        <p:sp>
          <p:nvSpPr>
            <p:cNvPr id="18434" name="AutoShape 2"/>
            <p:cNvSpPr>
              <a:spLocks noChangeArrowheads="1"/>
            </p:cNvSpPr>
            <p:nvPr/>
          </p:nvSpPr>
          <p:spPr bwMode="auto">
            <a:xfrm flipH="1">
              <a:off x="6660" y="2880"/>
              <a:ext cx="2700" cy="1080"/>
            </a:xfrm>
            <a:prstGeom prst="cube">
              <a:avLst>
                <a:gd name="adj" fmla="val 25000"/>
              </a:avLst>
            </a:prstGeom>
            <a:solidFill>
              <a:srgbClr val="C0C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IN" sz="1100" b="1" i="0" u="none" strike="noStrike" cap="none" normalizeH="0" baseline="0" smtClean="0">
                <a:ln>
                  <a:noFill/>
                </a:ln>
                <a:solidFill>
                  <a:schemeClr val="tx1"/>
                </a:solidFill>
                <a:effectLst/>
                <a:latin typeface="Verdana" pitchFamily="34" charset="0"/>
                <a:ea typeface="Arial" pitchFamily="34" charset="0"/>
                <a:cs typeface="Mangal"/>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Verdana" pitchFamily="34" charset="0"/>
                  <a:ea typeface="Arial" pitchFamily="34" charset="0"/>
                  <a:cs typeface="Mangal"/>
                </a:rPr>
                <a:t>Call Center</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8435" name="Oval 3"/>
            <p:cNvSpPr>
              <a:spLocks noChangeArrowheads="1"/>
            </p:cNvSpPr>
            <p:nvPr/>
          </p:nvSpPr>
          <p:spPr bwMode="auto">
            <a:xfrm>
              <a:off x="6660" y="4680"/>
              <a:ext cx="2340" cy="102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chemeClr val="tx1"/>
                  </a:solidFill>
                  <a:effectLst/>
                  <a:latin typeface="Verdana" pitchFamily="34" charset="0"/>
                  <a:ea typeface="Arial" pitchFamily="34" charset="0"/>
                  <a:cs typeface="Mangal"/>
                </a:rPr>
                <a:t>Login</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8436" name="Text Box 4"/>
            <p:cNvSpPr txBox="1">
              <a:spLocks noChangeArrowheads="1"/>
            </p:cNvSpPr>
            <p:nvPr/>
          </p:nvSpPr>
          <p:spPr bwMode="auto">
            <a:xfrm>
              <a:off x="4860" y="4140"/>
              <a:ext cx="1779"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8437" name="Line 5"/>
            <p:cNvSpPr>
              <a:spLocks noChangeShapeType="1"/>
            </p:cNvSpPr>
            <p:nvPr/>
          </p:nvSpPr>
          <p:spPr bwMode="auto">
            <a:xfrm>
              <a:off x="7740" y="3998"/>
              <a:ext cx="0" cy="720"/>
            </a:xfrm>
            <a:prstGeom prst="line">
              <a:avLst/>
            </a:prstGeom>
            <a:noFill/>
            <a:ln w="9525">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IN"/>
            </a:p>
          </p:txBody>
        </p:sp>
        <p:sp>
          <p:nvSpPr>
            <p:cNvPr id="18438" name="Oval 6"/>
            <p:cNvSpPr>
              <a:spLocks noChangeArrowheads="1"/>
            </p:cNvSpPr>
            <p:nvPr/>
          </p:nvSpPr>
          <p:spPr bwMode="auto">
            <a:xfrm>
              <a:off x="5760" y="6300"/>
              <a:ext cx="3960" cy="144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endParaRPr kumimoji="0" lang="en-IN" sz="600" b="1" i="0" u="none" strike="noStrike" cap="none" normalizeH="0" baseline="0" smtClean="0">
                <a:ln>
                  <a:noFill/>
                </a:ln>
                <a:solidFill>
                  <a:schemeClr val="tx1"/>
                </a:solidFill>
                <a:effectLst/>
                <a:latin typeface="Verdana" pitchFamily="34" charset="0"/>
                <a:ea typeface="Arial" pitchFamily="34" charset="0"/>
                <a:cs typeface="Mangal"/>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100" b="1" i="0" u="none" strike="noStrike" cap="none" normalizeH="0" baseline="0" smtClean="0">
                  <a:ln>
                    <a:noFill/>
                  </a:ln>
                  <a:solidFill>
                    <a:schemeClr val="tx1"/>
                  </a:solidFill>
                  <a:effectLst/>
                  <a:latin typeface="Verdana" pitchFamily="34" charset="0"/>
                  <a:ea typeface="Arial" pitchFamily="34" charset="0"/>
                  <a:cs typeface="Mangal"/>
                </a:rPr>
                <a:t>updating and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100" b="1" i="0" u="none" strike="noStrike" cap="none" normalizeH="0" baseline="0" smtClean="0">
                  <a:ln>
                    <a:noFill/>
                  </a:ln>
                  <a:solidFill>
                    <a:schemeClr val="tx1"/>
                  </a:solidFill>
                  <a:effectLst/>
                  <a:latin typeface="Verdana" pitchFamily="34" charset="0"/>
                  <a:ea typeface="Arial" pitchFamily="34" charset="0"/>
                  <a:cs typeface="Mangal"/>
                </a:rPr>
                <a:t>editing</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8439" name="Text Box 7"/>
            <p:cNvSpPr txBox="1">
              <a:spLocks noChangeArrowheads="1"/>
            </p:cNvSpPr>
            <p:nvPr/>
          </p:nvSpPr>
          <p:spPr bwMode="auto">
            <a:xfrm>
              <a:off x="2340" y="6660"/>
              <a:ext cx="2520" cy="7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100" b="1" i="0" u="none" strike="noStrike" cap="none" normalizeH="0" baseline="0" smtClean="0">
                  <a:ln>
                    <a:noFill/>
                  </a:ln>
                  <a:solidFill>
                    <a:schemeClr val="tx1"/>
                  </a:solidFill>
                  <a:effectLst/>
                  <a:latin typeface="Verdana" pitchFamily="34" charset="0"/>
                  <a:ea typeface="Arial" pitchFamily="34" charset="0"/>
                  <a:cs typeface="Mangal"/>
                </a:rPr>
                <a:t>Value Abilities Table</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8440" name="Line 8"/>
            <p:cNvSpPr>
              <a:spLocks noChangeShapeType="1"/>
            </p:cNvSpPr>
            <p:nvPr/>
          </p:nvSpPr>
          <p:spPr bwMode="auto">
            <a:xfrm>
              <a:off x="4860" y="7020"/>
              <a:ext cx="900" cy="0"/>
            </a:xfrm>
            <a:prstGeom prst="line">
              <a:avLst/>
            </a:prstGeom>
            <a:noFill/>
            <a:ln w="9525">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IN"/>
            </a:p>
          </p:txBody>
        </p:sp>
        <p:sp>
          <p:nvSpPr>
            <p:cNvPr id="18441" name="Line 9"/>
            <p:cNvSpPr>
              <a:spLocks noChangeShapeType="1"/>
            </p:cNvSpPr>
            <p:nvPr/>
          </p:nvSpPr>
          <p:spPr bwMode="auto">
            <a:xfrm>
              <a:off x="7740" y="5723"/>
              <a:ext cx="0" cy="540"/>
            </a:xfrm>
            <a:prstGeom prst="line">
              <a:avLst/>
            </a:prstGeom>
            <a:noFill/>
            <a:ln w="9525">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IN"/>
            </a:p>
          </p:txBody>
        </p:sp>
        <p:sp>
          <p:nvSpPr>
            <p:cNvPr id="18442" name="Text Box 10"/>
            <p:cNvSpPr txBox="1">
              <a:spLocks noChangeArrowheads="1"/>
            </p:cNvSpPr>
            <p:nvPr/>
          </p:nvSpPr>
          <p:spPr bwMode="auto">
            <a:xfrm>
              <a:off x="5400" y="5580"/>
              <a:ext cx="108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normAutofit fontScale="90000"/>
          </a:bodyPr>
          <a:lstStyle/>
          <a:p>
            <a:r>
              <a:rPr lang="en-US" altLang="en-US" sz="2400" b="1" dirty="0"/>
              <a:t> </a:t>
            </a:r>
            <a:r>
              <a:rPr lang="en-US" altLang="en-US" sz="6000" b="1" dirty="0" smtClean="0">
                <a:solidFill>
                  <a:srgbClr val="FFC000"/>
                </a:solidFill>
                <a:latin typeface="+mn-lt"/>
              </a:rPr>
              <a:t>Technology Used</a:t>
            </a:r>
            <a:endParaRPr lang="en-US" altLang="en-US" sz="6000" b="1" dirty="0">
              <a:solidFill>
                <a:srgbClr val="FFC000"/>
              </a:solidFill>
              <a:latin typeface="+mn-lt"/>
            </a:endParaRPr>
          </a:p>
        </p:txBody>
      </p:sp>
      <p:graphicFrame>
        <p:nvGraphicFramePr>
          <p:cNvPr id="415787" name="Group 43"/>
          <p:cNvGraphicFramePr>
            <a:graphicFrameLocks noGrp="1"/>
          </p:cNvGraphicFramePr>
          <p:nvPr>
            <p:ph sz="half" idx="1"/>
            <p:extLst>
              <p:ext uri="{D42A27DB-BD31-4B8C-83A1-F6EECF244321}">
                <p14:modId xmlns:p14="http://schemas.microsoft.com/office/powerpoint/2010/main" xmlns="" val="557736931"/>
              </p:ext>
            </p:extLst>
          </p:nvPr>
        </p:nvGraphicFramePr>
        <p:xfrm>
          <a:off x="533400" y="1938284"/>
          <a:ext cx="8182004" cy="4160520"/>
        </p:xfrm>
        <a:graphic>
          <a:graphicData uri="http://schemas.openxmlformats.org/drawingml/2006/table">
            <a:tbl>
              <a:tblPr/>
              <a:tblGrid>
                <a:gridCol w="8182004"/>
              </a:tblGrid>
              <a:tr h="3072568">
                <a:tc>
                  <a:txBody>
                    <a:bodyPr/>
                    <a:lstStyle/>
                    <a:p>
                      <a:pPr marL="274320" marR="0" lvl="0" indent="-274320" algn="l" defTabSz="914400" rtl="0" eaLnBrk="1" fontAlgn="auto" latinLnBrk="0" hangingPunct="1">
                        <a:lnSpc>
                          <a:spcPct val="100000"/>
                        </a:lnSpc>
                        <a:spcBef>
                          <a:spcPts val="600"/>
                        </a:spcBef>
                        <a:spcAft>
                          <a:spcPts val="0"/>
                        </a:spcAft>
                        <a:buClr>
                          <a:srgbClr val="B83D68"/>
                        </a:buClr>
                        <a:buSzPct val="70000"/>
                        <a:buFont typeface="Wingdings"/>
                        <a:buNone/>
                        <a:tabLst/>
                        <a:defRPr/>
                      </a:pPr>
                      <a:r>
                        <a:rPr kumimoji="0" lang="en-US" sz="28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FRONT END TOOL</a:t>
                      </a:r>
                    </a:p>
                    <a:p>
                      <a:pPr marL="514350" marR="0" lvl="0" indent="-514350" algn="l" defTabSz="914400" rtl="0" eaLnBrk="1" fontAlgn="auto" latinLnBrk="0" hangingPunct="1">
                        <a:lnSpc>
                          <a:spcPct val="100000"/>
                        </a:lnSpc>
                        <a:spcBef>
                          <a:spcPts val="600"/>
                        </a:spcBef>
                        <a:spcAft>
                          <a:spcPts val="0"/>
                        </a:spcAft>
                        <a:buClr>
                          <a:srgbClr val="B83D68"/>
                        </a:buClr>
                        <a:buSzPct val="70000"/>
                        <a:buFont typeface="Wingdings" pitchFamily="2" charset="2"/>
                        <a:buChar char="Ø"/>
                        <a:tabLst/>
                        <a:defRPr/>
                      </a:pPr>
                      <a:r>
                        <a:rPr kumimoji="0" lang="en-US" sz="2800" b="0" i="0" u="none" strike="noStrike" kern="1200" cap="none" spc="0" normalizeH="0" baseline="0" noProof="0" dirty="0" smtClean="0">
                          <a:ln>
                            <a:noFill/>
                          </a:ln>
                          <a:solidFill>
                            <a:prstClr val="black"/>
                          </a:solidFill>
                          <a:effectLst/>
                          <a:uLnTx/>
                          <a:uFillTx/>
                          <a:latin typeface="Times New Roman" pitchFamily="18" charset="0"/>
                          <a:cs typeface="Times New Roman" pitchFamily="18" charset="0"/>
                        </a:rPr>
                        <a:t>JS</a:t>
                      </a:r>
                    </a:p>
                    <a:p>
                      <a:pPr marL="514350" marR="0" lvl="0" indent="-514350" algn="l" defTabSz="914400" rtl="0" eaLnBrk="1" fontAlgn="auto" latinLnBrk="0" hangingPunct="1">
                        <a:lnSpc>
                          <a:spcPct val="100000"/>
                        </a:lnSpc>
                        <a:spcBef>
                          <a:spcPts val="600"/>
                        </a:spcBef>
                        <a:spcAft>
                          <a:spcPts val="0"/>
                        </a:spcAft>
                        <a:buClr>
                          <a:srgbClr val="B83D68"/>
                        </a:buClr>
                        <a:buSzPct val="70000"/>
                        <a:buFont typeface="Wingdings"/>
                        <a:buNone/>
                        <a:tabLst/>
                        <a:defRPr/>
                      </a:pPr>
                      <a:r>
                        <a:rPr kumimoji="0" lang="en-US" sz="2800" b="0" i="0" u="none" strike="noStrike" kern="1200" cap="none" spc="0" normalizeH="0" baseline="0" noProof="0" dirty="0" smtClean="0">
                          <a:ln>
                            <a:noFill/>
                          </a:ln>
                          <a:solidFill>
                            <a:prstClr val="black"/>
                          </a:solidFill>
                          <a:effectLst/>
                          <a:uLnTx/>
                          <a:uFillTx/>
                          <a:latin typeface="Times New Roman" pitchFamily="18" charset="0"/>
                          <a:cs typeface="Times New Roman" pitchFamily="18" charset="0"/>
                        </a:rPr>
                        <a:t>          Java Script</a:t>
                      </a:r>
                    </a:p>
                    <a:p>
                      <a:pPr marL="514350" marR="0" lvl="0" indent="-514350" algn="l" defTabSz="914400" rtl="0" eaLnBrk="1" fontAlgn="auto" latinLnBrk="0" hangingPunct="1">
                        <a:lnSpc>
                          <a:spcPct val="100000"/>
                        </a:lnSpc>
                        <a:spcBef>
                          <a:spcPts val="600"/>
                        </a:spcBef>
                        <a:spcAft>
                          <a:spcPts val="0"/>
                        </a:spcAft>
                        <a:buClr>
                          <a:srgbClr val="B83D68"/>
                        </a:buClr>
                        <a:buSzPct val="70000"/>
                        <a:buFont typeface="Wingdings" pitchFamily="2" charset="2"/>
                        <a:buChar char="Ø"/>
                        <a:tabLst/>
                        <a:defRPr/>
                      </a:pPr>
                      <a:r>
                        <a:rPr kumimoji="0" lang="en-US" sz="2800" b="0" i="0" u="none" strike="noStrike" kern="1200" cap="none" spc="0" normalizeH="0" baseline="0" noProof="0" dirty="0" smtClean="0">
                          <a:ln>
                            <a:noFill/>
                          </a:ln>
                          <a:solidFill>
                            <a:prstClr val="black"/>
                          </a:solidFill>
                          <a:effectLst/>
                          <a:uLnTx/>
                          <a:uFillTx/>
                          <a:latin typeface="Times New Roman" pitchFamily="18" charset="0"/>
                          <a:cs typeface="Times New Roman" pitchFamily="18" charset="0"/>
                        </a:rPr>
                        <a:t> HTML-</a:t>
                      </a:r>
                    </a:p>
                    <a:p>
                      <a:pPr marL="514350" marR="0" lvl="0" indent="-514350" algn="l" defTabSz="914400" rtl="0" eaLnBrk="1" fontAlgn="auto" latinLnBrk="0" hangingPunct="1">
                        <a:lnSpc>
                          <a:spcPct val="100000"/>
                        </a:lnSpc>
                        <a:spcBef>
                          <a:spcPts val="600"/>
                        </a:spcBef>
                        <a:spcAft>
                          <a:spcPts val="0"/>
                        </a:spcAft>
                        <a:buClr>
                          <a:srgbClr val="B83D68"/>
                        </a:buClr>
                        <a:buSzPct val="70000"/>
                        <a:buFont typeface="Wingdings"/>
                        <a:buNone/>
                        <a:tabLst/>
                        <a:defRPr/>
                      </a:pPr>
                      <a:r>
                        <a:rPr kumimoji="0" lang="en-US" sz="2800" b="0" i="0" u="none" strike="noStrike" kern="1200" cap="none" spc="0" normalizeH="0" baseline="0" noProof="0" dirty="0" smtClean="0">
                          <a:ln>
                            <a:noFill/>
                          </a:ln>
                          <a:solidFill>
                            <a:prstClr val="black"/>
                          </a:solidFill>
                          <a:effectLst/>
                          <a:uLnTx/>
                          <a:uFillTx/>
                          <a:latin typeface="Times New Roman" pitchFamily="18" charset="0"/>
                          <a:cs typeface="Times New Roman" pitchFamily="18" charset="0"/>
                        </a:rPr>
                        <a:t>          Hyper Text Markup Language</a:t>
                      </a:r>
                    </a:p>
                    <a:p>
                      <a:pPr marL="514350" marR="0" lvl="0" indent="-514350" algn="l" defTabSz="914400" rtl="0" eaLnBrk="1" fontAlgn="auto" latinLnBrk="0" hangingPunct="1">
                        <a:lnSpc>
                          <a:spcPct val="100000"/>
                        </a:lnSpc>
                        <a:spcBef>
                          <a:spcPts val="600"/>
                        </a:spcBef>
                        <a:spcAft>
                          <a:spcPts val="0"/>
                        </a:spcAft>
                        <a:buClr>
                          <a:srgbClr val="B83D68"/>
                        </a:buClr>
                        <a:buSzPct val="70000"/>
                        <a:buFont typeface="Wingdings" pitchFamily="2" charset="2"/>
                        <a:buChar char="Ø"/>
                        <a:tabLst/>
                        <a:defRPr/>
                      </a:pPr>
                      <a:r>
                        <a:rPr kumimoji="0" lang="en-US" sz="2800" b="0" i="0" u="none" strike="noStrike" kern="1200" cap="none" spc="0" normalizeH="0" baseline="0" noProof="0" dirty="0" smtClean="0">
                          <a:ln>
                            <a:noFill/>
                          </a:ln>
                          <a:solidFill>
                            <a:prstClr val="black"/>
                          </a:solidFill>
                          <a:effectLst/>
                          <a:uLnTx/>
                          <a:uFillTx/>
                          <a:latin typeface="Times New Roman" pitchFamily="18" charset="0"/>
                          <a:cs typeface="Times New Roman" pitchFamily="18" charset="0"/>
                        </a:rPr>
                        <a:t> CSS-</a:t>
                      </a:r>
                    </a:p>
                    <a:p>
                      <a:pPr marL="514350" marR="0" lvl="0" indent="-514350" algn="l" defTabSz="914400" rtl="0" eaLnBrk="1" fontAlgn="auto" latinLnBrk="0" hangingPunct="1">
                        <a:lnSpc>
                          <a:spcPct val="100000"/>
                        </a:lnSpc>
                        <a:spcBef>
                          <a:spcPts val="600"/>
                        </a:spcBef>
                        <a:spcAft>
                          <a:spcPts val="0"/>
                        </a:spcAft>
                        <a:buClr>
                          <a:srgbClr val="B83D68"/>
                        </a:buClr>
                        <a:buSzPct val="70000"/>
                        <a:buFont typeface="Wingdings"/>
                        <a:buNone/>
                        <a:tabLst/>
                        <a:defRPr/>
                      </a:pPr>
                      <a:r>
                        <a:rPr kumimoji="0" lang="en-US" sz="2800" b="0" i="0" u="none" strike="noStrike" kern="1200" cap="none" spc="0" normalizeH="0" baseline="0" noProof="0" dirty="0" smtClean="0">
                          <a:ln>
                            <a:noFill/>
                          </a:ln>
                          <a:solidFill>
                            <a:prstClr val="black"/>
                          </a:solidFill>
                          <a:effectLst/>
                          <a:uLnTx/>
                          <a:uFillTx/>
                          <a:latin typeface="Times New Roman" pitchFamily="18" charset="0"/>
                          <a:cs typeface="Times New Roman" pitchFamily="18" charset="0"/>
                        </a:rPr>
                        <a:t>          Cascading Style Sheet</a:t>
                      </a:r>
                    </a:p>
                    <a:p>
                      <a:pPr marL="514350" marR="0" lvl="0" indent="-514350" algn="l" defTabSz="914400" rtl="0" eaLnBrk="1" fontAlgn="auto" latinLnBrk="0" hangingPunct="1">
                        <a:lnSpc>
                          <a:spcPct val="100000"/>
                        </a:lnSpc>
                        <a:spcBef>
                          <a:spcPts val="600"/>
                        </a:spcBef>
                        <a:spcAft>
                          <a:spcPts val="0"/>
                        </a:spcAft>
                        <a:buClr>
                          <a:srgbClr val="B83D68"/>
                        </a:buClr>
                        <a:buSzPct val="70000"/>
                        <a:buFont typeface="Wingdings"/>
                        <a:buNone/>
                        <a:tabLst/>
                        <a:defRPr/>
                      </a:pPr>
                      <a:endParaRPr kumimoji="0" lang="en-US" sz="1800" b="0" i="0" u="none" strike="noStrike" kern="1200" cap="none" spc="0" normalizeH="0" baseline="0" noProof="0" dirty="0" smtClean="0">
                        <a:ln>
                          <a:noFill/>
                        </a:ln>
                        <a:solidFill>
                          <a:prstClr val="black"/>
                        </a:solidFill>
                        <a:effectLst/>
                        <a:uLnTx/>
                        <a:uFillTx/>
                        <a:latin typeface="Times New Roman" pitchFamily="18" charset="0"/>
                        <a:cs typeface="Times New Roman" pitchFamily="18" charset="0"/>
                      </a:endParaRPr>
                    </a:p>
                    <a:p>
                      <a:endParaRPr lang="en-US" dirty="0"/>
                    </a:p>
                  </a:txBody>
                  <a:tcPr marL="82112" marR="82112"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smtClean="0"/>
              <a:t>        Hardware</a:t>
            </a:r>
            <a:endParaRPr lang="en-US" dirty="0"/>
          </a:p>
        </p:txBody>
      </p:sp>
      <p:sp>
        <p:nvSpPr>
          <p:cNvPr id="3" name="Text Placeholder 2"/>
          <p:cNvSpPr>
            <a:spLocks noGrp="1"/>
          </p:cNvSpPr>
          <p:nvPr>
            <p:ph type="body" sz="half" idx="3"/>
          </p:nvPr>
        </p:nvSpPr>
        <p:spPr/>
        <p:txBody>
          <a:bodyPr/>
          <a:lstStyle/>
          <a:p>
            <a:r>
              <a:rPr lang="en-US" dirty="0" smtClean="0"/>
              <a:t>        Software</a:t>
            </a:r>
            <a:endParaRPr lang="en-US" dirty="0"/>
          </a:p>
        </p:txBody>
      </p:sp>
      <p:graphicFrame>
        <p:nvGraphicFramePr>
          <p:cNvPr id="417828" name="Group 36"/>
          <p:cNvGraphicFramePr>
            <a:graphicFrameLocks noGrp="1"/>
          </p:cNvGraphicFramePr>
          <p:nvPr>
            <p:ph sz="quarter" idx="2"/>
            <p:extLst>
              <p:ext uri="{D42A27DB-BD31-4B8C-83A1-F6EECF244321}">
                <p14:modId xmlns:p14="http://schemas.microsoft.com/office/powerpoint/2010/main" xmlns="" val="1237700346"/>
              </p:ext>
            </p:extLst>
          </p:nvPr>
        </p:nvGraphicFramePr>
        <p:xfrm>
          <a:off x="457200" y="2438400"/>
          <a:ext cx="3886200" cy="3291840"/>
        </p:xfrm>
        <a:graphic>
          <a:graphicData uri="http://schemas.openxmlformats.org/drawingml/2006/table">
            <a:tbl>
              <a:tblPr/>
              <a:tblGrid>
                <a:gridCol w="3886200"/>
              </a:tblGrid>
              <a:tr h="3048000">
                <a:tc>
                  <a:txBody>
                    <a:bodyPr/>
                    <a:lstStyle/>
                    <a:p>
                      <a:pPr>
                        <a:buFont typeface="Wingdings" pitchFamily="2" charset="2"/>
                        <a:buChar char="Ø"/>
                      </a:pPr>
                      <a:r>
                        <a:rPr lang="en-IN" sz="2400" b="1" dirty="0" smtClean="0">
                          <a:solidFill>
                            <a:srgbClr val="FF3300"/>
                          </a:solidFill>
                          <a:latin typeface="Times New Roman" pitchFamily="18" charset="0"/>
                          <a:cs typeface="Times New Roman" pitchFamily="18" charset="0"/>
                        </a:rPr>
                        <a:t>Processor</a:t>
                      </a:r>
                      <a:r>
                        <a:rPr lang="en-IN" sz="2400" dirty="0" smtClean="0">
                          <a:latin typeface="Times New Roman" pitchFamily="18" charset="0"/>
                          <a:cs typeface="Times New Roman" pitchFamily="18" charset="0"/>
                        </a:rPr>
                        <a:t>: Intel Pentium IV or Equivalent running @ 1.6 GHz or more. </a:t>
                      </a:r>
                      <a:endParaRPr lang="en-US" sz="2400" dirty="0" smtClean="0">
                        <a:latin typeface="Times New Roman" pitchFamily="18" charset="0"/>
                        <a:cs typeface="Times New Roman" pitchFamily="18" charset="0"/>
                      </a:endParaRPr>
                    </a:p>
                    <a:p>
                      <a:pPr>
                        <a:buFont typeface="Wingdings" pitchFamily="2" charset="2"/>
                        <a:buChar char="Ø"/>
                      </a:pPr>
                      <a:r>
                        <a:rPr lang="en-IN" sz="2400" b="1" dirty="0" smtClean="0">
                          <a:solidFill>
                            <a:srgbClr val="FF3300"/>
                          </a:solidFill>
                          <a:latin typeface="Times New Roman" pitchFamily="18" charset="0"/>
                          <a:cs typeface="Times New Roman" pitchFamily="18" charset="0"/>
                        </a:rPr>
                        <a:t>RAM</a:t>
                      </a:r>
                      <a:r>
                        <a:rPr lang="en-IN" sz="2400" dirty="0" smtClean="0">
                          <a:solidFill>
                            <a:schemeClr val="bg2"/>
                          </a:solidFill>
                          <a:latin typeface="Times New Roman" pitchFamily="18" charset="0"/>
                          <a:cs typeface="Times New Roman" pitchFamily="18" charset="0"/>
                        </a:rPr>
                        <a:t>:</a:t>
                      </a:r>
                      <a:r>
                        <a:rPr lang="en-IN" sz="2400" dirty="0" smtClean="0">
                          <a:latin typeface="Times New Roman" pitchFamily="18" charset="0"/>
                          <a:cs typeface="Times New Roman" pitchFamily="18" charset="0"/>
                        </a:rPr>
                        <a:t> 256 MB</a:t>
                      </a:r>
                    </a:p>
                    <a:p>
                      <a:pPr>
                        <a:buFont typeface="Wingdings" pitchFamily="2" charset="2"/>
                        <a:buChar char="Ø"/>
                      </a:pPr>
                      <a:r>
                        <a:rPr lang="en-US" sz="2400" b="1" dirty="0" smtClean="0">
                          <a:solidFill>
                            <a:srgbClr val="FF3300"/>
                          </a:solidFill>
                          <a:latin typeface="Times New Roman" pitchFamily="18" charset="0"/>
                          <a:cs typeface="Times New Roman" pitchFamily="18" charset="0"/>
                        </a:rPr>
                        <a:t>SYSTEM BUS</a:t>
                      </a:r>
                      <a:r>
                        <a:rPr lang="en-US" sz="2400" dirty="0" smtClean="0">
                          <a:latin typeface="Times New Roman" pitchFamily="18" charset="0"/>
                          <a:cs typeface="Times New Roman" pitchFamily="18" charset="0"/>
                        </a:rPr>
                        <a:t>: 32 or 64 bits</a:t>
                      </a:r>
                    </a:p>
                    <a:p>
                      <a:pPr>
                        <a:buFont typeface="Wingdings" pitchFamily="2" charset="2"/>
                        <a:buChar char="Ø"/>
                      </a:pPr>
                      <a:r>
                        <a:rPr lang="en-US" sz="2400" b="1" dirty="0" smtClean="0">
                          <a:solidFill>
                            <a:srgbClr val="FF3300"/>
                          </a:solidFill>
                          <a:latin typeface="Times New Roman" pitchFamily="18" charset="0"/>
                          <a:cs typeface="Times New Roman" pitchFamily="18" charset="0"/>
                        </a:rPr>
                        <a:t>RAM</a:t>
                      </a:r>
                      <a:r>
                        <a:rPr lang="en-US" sz="2400" dirty="0" smtClean="0">
                          <a:latin typeface="Times New Roman" pitchFamily="18" charset="0"/>
                          <a:cs typeface="Times New Roman" pitchFamily="18" charset="0"/>
                        </a:rPr>
                        <a:t>: 256 MB of    RAM </a:t>
                      </a:r>
                    </a:p>
                    <a:p>
                      <a:pPr>
                        <a:buFont typeface="Wingdings" pitchFamily="2" charset="2"/>
                        <a:buChar char="Ø"/>
                      </a:pPr>
                      <a:r>
                        <a:rPr lang="en-US" sz="2400" b="1" dirty="0" smtClean="0">
                          <a:solidFill>
                            <a:srgbClr val="FF3300"/>
                          </a:solidFill>
                          <a:latin typeface="Times New Roman" pitchFamily="18" charset="0"/>
                          <a:cs typeface="Times New Roman" pitchFamily="18" charset="0"/>
                        </a:rPr>
                        <a:t>HDD</a:t>
                      </a:r>
                      <a:r>
                        <a:rPr lang="en-US" sz="2400" dirty="0" smtClean="0">
                          <a:latin typeface="Times New Roman" pitchFamily="18" charset="0"/>
                          <a:cs typeface="Times New Roman" pitchFamily="18" charset="0"/>
                        </a:rPr>
                        <a:t>: 40 GB or higher</a:t>
                      </a:r>
                    </a:p>
                    <a:p>
                      <a:endParaRPr lang="en-US" dirty="0"/>
                    </a:p>
                  </a:txBody>
                  <a:tcPr marL="41999" marR="41999"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Content Placeholder 3"/>
          <p:cNvSpPr>
            <a:spLocks noGrp="1"/>
          </p:cNvSpPr>
          <p:nvPr>
            <p:ph sz="quarter" idx="4"/>
          </p:nvPr>
        </p:nvSpPr>
        <p:spPr/>
        <p:txBody>
          <a:bodyPr/>
          <a:lstStyle/>
          <a:p>
            <a:pPr>
              <a:buFont typeface="Wingdings" pitchFamily="2" charset="2"/>
              <a:buChar char="Ø"/>
            </a:pPr>
            <a:r>
              <a:rPr lang="en-US" b="1" dirty="0" smtClean="0">
                <a:solidFill>
                  <a:srgbClr val="FF3300"/>
                </a:solidFill>
                <a:latin typeface="Times New Roman" pitchFamily="18" charset="0"/>
                <a:cs typeface="Times New Roman" pitchFamily="18" charset="0"/>
              </a:rPr>
              <a:t>OS</a:t>
            </a:r>
            <a:r>
              <a:rPr lang="en-US" dirty="0" smtClean="0">
                <a:solidFill>
                  <a:srgbClr val="FF3300"/>
                </a:solidFill>
                <a:latin typeface="Times New Roman" pitchFamily="18" charset="0"/>
                <a:cs typeface="Times New Roman" pitchFamily="18" charset="0"/>
              </a:rPr>
              <a:t> </a:t>
            </a:r>
            <a:r>
              <a:rPr lang="en-US" dirty="0" smtClean="0">
                <a:latin typeface="Times New Roman" pitchFamily="18" charset="0"/>
                <a:cs typeface="Times New Roman" pitchFamily="18" charset="0"/>
              </a:rPr>
              <a:t>:MS WINDOWS 8 ,7</a:t>
            </a:r>
          </a:p>
          <a:p>
            <a:pPr>
              <a:buFont typeface="Wingdings" pitchFamily="2" charset="2"/>
              <a:buChar char="Ø"/>
            </a:pPr>
            <a:r>
              <a:rPr lang="en-US" b="1" dirty="0" smtClean="0">
                <a:solidFill>
                  <a:srgbClr val="FF3300"/>
                </a:solidFill>
                <a:latin typeface="Times New Roman" pitchFamily="18" charset="0"/>
                <a:cs typeface="Times New Roman" pitchFamily="18" charset="0"/>
              </a:rPr>
              <a:t>Front end</a:t>
            </a:r>
            <a:r>
              <a:rPr lang="en-US" dirty="0" smtClean="0">
                <a:latin typeface="Times New Roman" pitchFamily="18" charset="0"/>
                <a:cs typeface="Times New Roman" pitchFamily="18" charset="0"/>
              </a:rPr>
              <a:t>:</a:t>
            </a:r>
            <a:r>
              <a:rPr lang="en-IN" dirty="0" smtClean="0">
                <a:latin typeface="Times New Roman" pitchFamily="18" charset="0"/>
                <a:cs typeface="Times New Roman" pitchFamily="18" charset="0"/>
              </a:rPr>
              <a:t> HTML, CSS, Java</a:t>
            </a:r>
            <a:r>
              <a:rPr lang="en-US" dirty="0" smtClean="0">
                <a:latin typeface="Times New Roman" pitchFamily="18" charset="0"/>
                <a:cs typeface="Times New Roman" pitchFamily="18" charset="0"/>
              </a:rPr>
              <a:t>Script</a:t>
            </a:r>
            <a:endParaRPr lang="en-US" dirty="0"/>
          </a:p>
        </p:txBody>
      </p:sp>
      <p:sp>
        <p:nvSpPr>
          <p:cNvPr id="417794" name="Rectangle 2"/>
          <p:cNvSpPr>
            <a:spLocks noGrp="1" noChangeArrowheads="1"/>
          </p:cNvSpPr>
          <p:nvPr>
            <p:ph type="title"/>
          </p:nvPr>
        </p:nvSpPr>
        <p:spPr/>
        <p:txBody>
          <a:bodyPr>
            <a:normAutofit fontScale="90000"/>
          </a:bodyPr>
          <a:lstStyle/>
          <a:p>
            <a:r>
              <a:rPr lang="en-US" sz="5400" dirty="0" smtClean="0">
                <a:solidFill>
                  <a:srgbClr val="FFC000"/>
                </a:solidFill>
                <a:latin typeface="Times New Roman" pitchFamily="18" charset="0"/>
                <a:cs typeface="Times New Roman" pitchFamily="18" charset="0"/>
              </a:rPr>
              <a:t>FACILITES REQUIRED</a:t>
            </a:r>
            <a:endParaRPr lang="en-US" altLang="en-US" sz="5400" b="1" dirty="0">
              <a:solidFill>
                <a:srgbClr val="FFC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r>
              <a:rPr lang="en-US" altLang="en-US" sz="2400" b="1"/>
              <a:t> </a:t>
            </a:r>
          </a:p>
        </p:txBody>
      </p:sp>
      <p:sp>
        <p:nvSpPr>
          <p:cNvPr id="38" name="Rectangle 37"/>
          <p:cNvSpPr/>
          <p:nvPr/>
        </p:nvSpPr>
        <p:spPr>
          <a:xfrm>
            <a:off x="1716090" y="2967335"/>
            <a:ext cx="5370510" cy="646331"/>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endParaRPr lang="en-US" sz="3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9" name="Rectangle 38"/>
          <p:cNvSpPr/>
          <p:nvPr/>
        </p:nvSpPr>
        <p:spPr>
          <a:xfrm>
            <a:off x="1830390" y="2150239"/>
            <a:ext cx="5370510" cy="1938992"/>
          </a:xfrm>
          <a:prstGeom prst="rect">
            <a:avLst/>
          </a:prstGeom>
          <a:noFill/>
        </p:spPr>
        <p:txBody>
          <a:bodyPr wrap="square" lIns="91440" tIns="45720" rIns="91440" bIns="45720">
            <a:spAutoFit/>
          </a:bodyPr>
          <a:lstStyle/>
          <a:p>
            <a:pPr algn="ctr"/>
            <a:r>
              <a:rPr lang="en-US" sz="60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rPr>
              <a:t>Project Snapshots</a:t>
            </a:r>
            <a:endParaRPr lang="en-US" sz="60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600" dirty="0" smtClean="0">
                <a:solidFill>
                  <a:srgbClr val="FFC000"/>
                </a:solidFill>
              </a:rPr>
              <a:t>Login</a:t>
            </a:r>
            <a:endParaRPr lang="en-US" sz="6600" dirty="0">
              <a:solidFill>
                <a:srgbClr val="FFC000"/>
              </a:solidFill>
            </a:endParaRPr>
          </a:p>
        </p:txBody>
      </p:sp>
      <p:sp>
        <p:nvSpPr>
          <p:cNvPr id="460803" name="Rectangle 3"/>
          <p:cNvSpPr>
            <a:spLocks noGrp="1" noChangeArrowheads="1"/>
          </p:cNvSpPr>
          <p:nvPr>
            <p:ph sz="quarter" idx="1"/>
          </p:nvPr>
        </p:nvSpPr>
        <p:spPr>
          <a:noFill/>
          <a:ln/>
        </p:spPr>
        <p:txBody>
          <a:bodyPr lIns="90488" tIns="44450" rIns="90488" bIns="44450"/>
          <a:lstStyle/>
          <a:p>
            <a:pPr lvl="1">
              <a:lnSpc>
                <a:spcPct val="80000"/>
              </a:lnSpc>
              <a:buClr>
                <a:schemeClr val="hlink"/>
              </a:buClr>
              <a:buFont typeface="Wingdings" pitchFamily="2" charset="2"/>
              <a:buChar char="Ø"/>
            </a:pPr>
            <a:endParaRPr lang="en-US" altLang="en-US" sz="1800" dirty="0">
              <a:latin typeface="Tahoma" pitchFamily="34" charset="0"/>
              <a:cs typeface="Tahoma" pitchFamily="34" charset="0"/>
            </a:endParaRPr>
          </a:p>
          <a:p>
            <a:pPr lvl="1">
              <a:lnSpc>
                <a:spcPct val="80000"/>
              </a:lnSpc>
              <a:buFont typeface="Wingdings" pitchFamily="2" charset="2"/>
              <a:buChar char="Ø"/>
            </a:pPr>
            <a:endParaRPr lang="en-US" altLang="en-US" sz="1800" dirty="0">
              <a:latin typeface="Tahoma" pitchFamily="34" charset="0"/>
              <a:cs typeface="Tahoma" pitchFamily="34" charset="0"/>
            </a:endParaRPr>
          </a:p>
          <a:p>
            <a:pPr lvl="1">
              <a:lnSpc>
                <a:spcPct val="80000"/>
              </a:lnSpc>
              <a:buFont typeface="Wingdings" pitchFamily="2" charset="2"/>
              <a:buChar char="Ø"/>
            </a:pPr>
            <a:endParaRPr lang="en-US" altLang="en-US" sz="1800" dirty="0"/>
          </a:p>
          <a:p>
            <a:pPr>
              <a:lnSpc>
                <a:spcPct val="80000"/>
              </a:lnSpc>
            </a:pPr>
            <a:endParaRPr lang="en-US" altLang="en-US" sz="1800" dirty="0"/>
          </a:p>
          <a:p>
            <a:pPr lvl="1">
              <a:lnSpc>
                <a:spcPct val="80000"/>
              </a:lnSpc>
              <a:buFont typeface="Wingdings" pitchFamily="2" charset="2"/>
              <a:buChar char="Ø"/>
            </a:pPr>
            <a:endParaRPr lang="en-US" altLang="en-US" sz="1800" dirty="0"/>
          </a:p>
        </p:txBody>
      </p:sp>
      <p:pic>
        <p:nvPicPr>
          <p:cNvPr id="460805" name="Picture 5" descr="BISMALLL"/>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229600" y="6096000"/>
            <a:ext cx="914400" cy="762000"/>
          </a:xfrm>
          <a:prstGeom prst="rect">
            <a:avLst/>
          </a:prstGeom>
          <a:solidFill>
            <a:schemeClr val="bg1"/>
          </a:solidFill>
        </p:spPr>
      </p:pic>
      <p:pic>
        <p:nvPicPr>
          <p:cNvPr id="11265" name="Picture 1"/>
          <p:cNvPicPr>
            <a:picLocks noChangeAspect="1" noChangeArrowheads="1"/>
          </p:cNvPicPr>
          <p:nvPr/>
        </p:nvPicPr>
        <p:blipFill>
          <a:blip r:embed="rId4"/>
          <a:srcRect t="7812" r="14897"/>
          <a:stretch>
            <a:fillRect/>
          </a:stretch>
        </p:blipFill>
        <p:spPr bwMode="auto">
          <a:xfrm>
            <a:off x="500034" y="1643050"/>
            <a:ext cx="7786710" cy="4742352"/>
          </a:xfrm>
          <a:prstGeom prst="rect">
            <a:avLst/>
          </a:prstGeom>
          <a:noFill/>
          <a:ln w="9525">
            <a:noFill/>
            <a:miter lim="800000"/>
            <a:headEnd/>
            <a:tailEnd/>
          </a:ln>
          <a:effectLst/>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nodePh="1">
                                  <p:stCondLst>
                                    <p:cond delay="0"/>
                                  </p:stCondLst>
                                  <p:endCondLst>
                                    <p:cond evt="begin" delay="0">
                                      <p:tn val="5"/>
                                    </p:cond>
                                  </p:endCondLst>
                                  <p:childTnLst>
                                    <p:set>
                                      <p:cBhvr>
                                        <p:cTn id="6" dur="1" fill="hold">
                                          <p:stCondLst>
                                            <p:cond delay="499"/>
                                          </p:stCondLst>
                                        </p:cTn>
                                        <p:tgtEl>
                                          <p:spTgt spid="460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3"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dirty="0" smtClean="0">
                <a:solidFill>
                  <a:srgbClr val="FFC000"/>
                </a:solidFill>
              </a:rPr>
              <a:t>home</a:t>
            </a:r>
            <a:endParaRPr lang="en-US" sz="6000" dirty="0">
              <a:solidFill>
                <a:srgbClr val="FFC000"/>
              </a:solidFill>
            </a:endParaRPr>
          </a:p>
        </p:txBody>
      </p:sp>
      <p:sp>
        <p:nvSpPr>
          <p:cNvPr id="6" name="Content Placeholder 5"/>
          <p:cNvSpPr>
            <a:spLocks noGrp="1"/>
          </p:cNvSpPr>
          <p:nvPr>
            <p:ph sz="quarter" idx="1"/>
          </p:nvPr>
        </p:nvSpPr>
        <p:spPr/>
        <p:txBody>
          <a:bodyPr/>
          <a:lstStyle/>
          <a:p>
            <a:endParaRPr lang="en-IN"/>
          </a:p>
        </p:txBody>
      </p:sp>
      <p:sp>
        <p:nvSpPr>
          <p:cNvPr id="450564" name="Rectangle 4"/>
          <p:cNvSpPr>
            <a:spLocks noChangeArrowheads="1"/>
          </p:cNvSpPr>
          <p:nvPr/>
        </p:nvSpPr>
        <p:spPr bwMode="auto">
          <a:xfrm>
            <a:off x="7931150" y="6589713"/>
            <a:ext cx="184150" cy="244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1" hangingPunct="1"/>
            <a:endParaRPr lang="en-US" altLang="en-US" sz="1000">
              <a:latin typeface="Arial" charset="0"/>
            </a:endParaRPr>
          </a:p>
        </p:txBody>
      </p:sp>
      <p:pic>
        <p:nvPicPr>
          <p:cNvPr id="450565" name="Picture 5" descr="BISMALLL"/>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229600" y="6096000"/>
            <a:ext cx="914400" cy="762000"/>
          </a:xfrm>
          <a:prstGeom prst="rect">
            <a:avLst/>
          </a:prstGeom>
          <a:solidFill>
            <a:schemeClr val="bg1"/>
          </a:solidFill>
        </p:spPr>
      </p:pic>
      <p:pic>
        <p:nvPicPr>
          <p:cNvPr id="9217" name="Picture 1"/>
          <p:cNvPicPr>
            <a:picLocks noChangeAspect="1" noChangeArrowheads="1"/>
          </p:cNvPicPr>
          <p:nvPr/>
        </p:nvPicPr>
        <p:blipFill>
          <a:blip r:embed="rId3"/>
          <a:srcRect/>
          <a:stretch>
            <a:fillRect/>
          </a:stretch>
        </p:blipFill>
        <p:spPr bwMode="auto">
          <a:xfrm>
            <a:off x="214282" y="1428736"/>
            <a:ext cx="8929718" cy="52435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6000" dirty="0" smtClean="0">
                <a:solidFill>
                  <a:srgbClr val="FFC000"/>
                </a:solidFill>
              </a:rPr>
              <a:t>Members List</a:t>
            </a:r>
            <a:endParaRPr lang="en-US" sz="6000" dirty="0">
              <a:solidFill>
                <a:srgbClr val="FFC000"/>
              </a:solidFill>
            </a:endParaRPr>
          </a:p>
        </p:txBody>
      </p:sp>
      <p:sp>
        <p:nvSpPr>
          <p:cNvPr id="39959" name="Rectangle 23"/>
          <p:cNvSpPr>
            <a:spLocks noGrp="1" noChangeArrowheads="1"/>
          </p:cNvSpPr>
          <p:nvPr>
            <p:ph sz="quarter" idx="1"/>
          </p:nvPr>
        </p:nvSpPr>
        <p:spPr/>
        <p:txBody>
          <a:bodyPr/>
          <a:lstStyle/>
          <a:p>
            <a:pPr marL="0" indent="0">
              <a:buNone/>
            </a:pPr>
            <a:r>
              <a:rPr lang="en-US" altLang="en-US" sz="1800" b="1" dirty="0" smtClean="0"/>
              <a:t>                                                                    </a:t>
            </a:r>
            <a:endParaRPr lang="en-US" altLang="en-US" sz="1800" b="1" dirty="0"/>
          </a:p>
        </p:txBody>
      </p:sp>
      <p:sp>
        <p:nvSpPr>
          <p:cNvPr id="39945" name="Text Box 9"/>
          <p:cNvSpPr txBox="1">
            <a:spLocks noChangeArrowheads="1"/>
          </p:cNvSpPr>
          <p:nvPr/>
        </p:nvSpPr>
        <p:spPr bwMode="auto">
          <a:xfrm>
            <a:off x="1371600" y="3657600"/>
            <a:ext cx="297180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1" hangingPunct="1"/>
            <a:r>
              <a:rPr lang="en-US" altLang="en-US" b="1" dirty="0" smtClean="0">
                <a:latin typeface="Times New Roman" pitchFamily="18" charset="0"/>
              </a:rPr>
              <a:t> </a:t>
            </a:r>
            <a:endParaRPr lang="en-US" altLang="en-US" b="1" dirty="0">
              <a:latin typeface="Times New Roman" pitchFamily="18" charset="0"/>
            </a:endParaRPr>
          </a:p>
        </p:txBody>
      </p:sp>
      <p:sp>
        <p:nvSpPr>
          <p:cNvPr id="39955" name="Rectangle 19"/>
          <p:cNvSpPr>
            <a:spLocks noChangeArrowheads="1"/>
          </p:cNvSpPr>
          <p:nvPr/>
        </p:nvSpPr>
        <p:spPr bwMode="auto">
          <a:xfrm>
            <a:off x="7931150" y="6589713"/>
            <a:ext cx="184150" cy="244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1" hangingPunct="1"/>
            <a:endParaRPr lang="en-US" altLang="en-US" sz="1000">
              <a:latin typeface="Arial" charset="0"/>
            </a:endParaRPr>
          </a:p>
        </p:txBody>
      </p:sp>
      <p:pic>
        <p:nvPicPr>
          <p:cNvPr id="8193" name="Picture 1"/>
          <p:cNvPicPr>
            <a:picLocks noChangeAspect="1" noChangeArrowheads="1"/>
          </p:cNvPicPr>
          <p:nvPr/>
        </p:nvPicPr>
        <p:blipFill>
          <a:blip r:embed="rId2"/>
          <a:srcRect/>
          <a:stretch>
            <a:fillRect/>
          </a:stretch>
        </p:blipFill>
        <p:spPr bwMode="auto">
          <a:xfrm>
            <a:off x="571472" y="1643050"/>
            <a:ext cx="8131983" cy="4572008"/>
          </a:xfrm>
          <a:prstGeom prst="rect">
            <a:avLst/>
          </a:prstGeom>
          <a:noFill/>
          <a:ln w="9525">
            <a:noFill/>
            <a:miter lim="800000"/>
            <a:headEnd/>
            <a:tailEnd/>
          </a:ln>
          <a:effectLst/>
        </p:spPr>
      </p:pic>
    </p:spTree>
  </p:cSld>
  <p:clrMapOvr>
    <a:masterClrMapping/>
  </p:clrMapOvr>
  <p:transition spd="slow">
    <p:strips/>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600" dirty="0" smtClean="0">
                <a:solidFill>
                  <a:srgbClr val="FFC000"/>
                </a:solidFill>
              </a:rPr>
              <a:t>Search donor</a:t>
            </a:r>
            <a:endParaRPr lang="en-US" sz="6600" dirty="0">
              <a:solidFill>
                <a:srgbClr val="FFC000"/>
              </a:solidFill>
            </a:endParaRPr>
          </a:p>
        </p:txBody>
      </p:sp>
      <p:sp>
        <p:nvSpPr>
          <p:cNvPr id="300037" name="Rectangle 5"/>
          <p:cNvSpPr>
            <a:spLocks noChangeArrowheads="1"/>
          </p:cNvSpPr>
          <p:nvPr/>
        </p:nvSpPr>
        <p:spPr bwMode="auto">
          <a:xfrm>
            <a:off x="7931150" y="6589713"/>
            <a:ext cx="184150" cy="244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1" hangingPunct="1"/>
            <a:endParaRPr lang="en-US" altLang="en-US" sz="1000">
              <a:latin typeface="Arial" charset="0"/>
            </a:endParaRPr>
          </a:p>
        </p:txBody>
      </p:sp>
      <p:pic>
        <p:nvPicPr>
          <p:cNvPr id="7169" name="Picture 1"/>
          <p:cNvPicPr>
            <a:picLocks noGrp="1" noChangeAspect="1" noChangeArrowheads="1"/>
          </p:cNvPicPr>
          <p:nvPr>
            <p:ph sz="quarter" idx="1"/>
          </p:nvPr>
        </p:nvPicPr>
        <p:blipFill>
          <a:blip r:embed="rId2"/>
          <a:srcRect/>
          <a:stretch>
            <a:fillRect/>
          </a:stretch>
        </p:blipFill>
        <p:spPr bwMode="auto">
          <a:xfrm>
            <a:off x="487759" y="1527175"/>
            <a:ext cx="8131969" cy="4572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39825"/>
          </a:xfrm>
        </p:spPr>
        <p:txBody>
          <a:bodyPr/>
          <a:lstStyle/>
          <a:p>
            <a:r>
              <a:rPr lang="en-US" sz="6600" dirty="0" smtClean="0">
                <a:solidFill>
                  <a:srgbClr val="FFC000"/>
                </a:solidFill>
              </a:rPr>
              <a:t>New Donor Form</a:t>
            </a:r>
            <a:endParaRPr lang="en-US" sz="6600" dirty="0">
              <a:solidFill>
                <a:srgbClr val="FFC000"/>
              </a:solidFill>
            </a:endParaRPr>
          </a:p>
        </p:txBody>
      </p:sp>
      <p:sp>
        <p:nvSpPr>
          <p:cNvPr id="301061" name="Rectangle 5"/>
          <p:cNvSpPr>
            <a:spLocks noChangeArrowheads="1"/>
          </p:cNvSpPr>
          <p:nvPr/>
        </p:nvSpPr>
        <p:spPr bwMode="auto">
          <a:xfrm>
            <a:off x="7931150" y="6589713"/>
            <a:ext cx="184150" cy="244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1" hangingPunct="1"/>
            <a:endParaRPr lang="en-US" altLang="en-US" sz="1000">
              <a:latin typeface="Arial" charset="0"/>
            </a:endParaRPr>
          </a:p>
        </p:txBody>
      </p:sp>
      <p:pic>
        <p:nvPicPr>
          <p:cNvPr id="301062" name="Picture 6" descr="BISMALLL"/>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229600" y="6096000"/>
            <a:ext cx="914400" cy="762000"/>
          </a:xfrm>
          <a:prstGeom prst="rect">
            <a:avLst/>
          </a:prstGeom>
          <a:solidFill>
            <a:schemeClr val="bg1"/>
          </a:solidFill>
        </p:spPr>
      </p:pic>
      <p:pic>
        <p:nvPicPr>
          <p:cNvPr id="6145" name="Picture 1"/>
          <p:cNvPicPr>
            <a:picLocks noGrp="1" noChangeAspect="1" noChangeArrowheads="1"/>
          </p:cNvPicPr>
          <p:nvPr>
            <p:ph sz="quarter" idx="1"/>
          </p:nvPr>
        </p:nvPicPr>
        <p:blipFill>
          <a:blip r:embed="rId3"/>
          <a:srcRect/>
          <a:stretch>
            <a:fillRect/>
          </a:stretch>
        </p:blipFill>
        <p:spPr bwMode="auto">
          <a:xfrm>
            <a:off x="487759" y="1527175"/>
            <a:ext cx="8131969" cy="4572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5719" cy="106362"/>
          </a:xfrm>
        </p:spPr>
        <p:txBody>
          <a:bodyPr>
            <a:normAutofit fontScale="90000"/>
          </a:bodyPr>
          <a:lstStyle/>
          <a:p>
            <a:endParaRPr lang="en-US" dirty="0"/>
          </a:p>
        </p:txBody>
      </p:sp>
      <p:sp>
        <p:nvSpPr>
          <p:cNvPr id="3" name="Content Placeholder 2"/>
          <p:cNvSpPr>
            <a:spLocks noGrp="1"/>
          </p:cNvSpPr>
          <p:nvPr>
            <p:ph sz="quarter" idx="1"/>
          </p:nvPr>
        </p:nvSpPr>
        <p:spPr/>
        <p:txBody>
          <a:bodyPr/>
          <a:lstStyle/>
          <a:p>
            <a:pPr marL="0" indent="0">
              <a:buNone/>
            </a:pPr>
            <a:r>
              <a:rPr lang="en-US" b="1" dirty="0" smtClean="0">
                <a:ln w="24500" cmpd="dbl">
                  <a:solidFill>
                    <a:schemeClr val="accent2">
                      <a:shade val="85000"/>
                      <a:satMod val="155000"/>
                    </a:schemeClr>
                  </a:solidFill>
                  <a:prstDash val="solid"/>
                  <a:miter lim="800000"/>
                </a:ln>
                <a:solidFill>
                  <a:schemeClr val="tx1"/>
                </a:solidFill>
                <a:effectLst>
                  <a:outerShdw blurRad="38100" dist="38100" dir="7020000" algn="tl">
                    <a:srgbClr val="000000">
                      <a:alpha val="35000"/>
                    </a:srgbClr>
                  </a:outerShdw>
                </a:effectLst>
                <a:latin typeface="Times New Roman" pitchFamily="18" charset="0"/>
                <a:cs typeface="Times New Roman" pitchFamily="18" charset="0"/>
              </a:rPr>
              <a:t>                           </a:t>
            </a:r>
          </a:p>
          <a:p>
            <a:pPr marL="0" indent="0">
              <a:buNone/>
            </a:pPr>
            <a:r>
              <a:rPr lang="en-US" b="1" dirty="0" smtClean="0">
                <a:ln w="24500" cmpd="dbl">
                  <a:solidFill>
                    <a:schemeClr val="accent2">
                      <a:shade val="85000"/>
                      <a:satMod val="155000"/>
                    </a:schemeClr>
                  </a:solidFill>
                  <a:prstDash val="solid"/>
                  <a:miter lim="800000"/>
                </a:ln>
                <a:solidFill>
                  <a:schemeClr val="tx1"/>
                </a:solidFill>
                <a:effectLst>
                  <a:outerShdw blurRad="38100" dist="38100" dir="7020000" algn="tl">
                    <a:srgbClr val="000000">
                      <a:alpha val="35000"/>
                    </a:srgbClr>
                  </a:outerShdw>
                </a:effectLst>
                <a:latin typeface="Times New Roman" pitchFamily="18" charset="0"/>
                <a:cs typeface="Times New Roman" pitchFamily="18" charset="0"/>
              </a:rPr>
              <a:t>                         </a:t>
            </a:r>
            <a:r>
              <a:rPr lang="en-US" sz="8800" b="1" dirty="0" smtClean="0">
                <a:ln w="24500" cmpd="dbl">
                  <a:solidFill>
                    <a:schemeClr val="accent2">
                      <a:shade val="85000"/>
                      <a:satMod val="155000"/>
                    </a:schemeClr>
                  </a:solidFill>
                  <a:prstDash val="solid"/>
                  <a:miter lim="800000"/>
                </a:ln>
                <a:solidFill>
                  <a:srgbClr val="FFC000"/>
                </a:solidFill>
                <a:effectLst>
                  <a:outerShdw blurRad="38100" dist="38100" dir="7020000" algn="tl">
                    <a:srgbClr val="000000">
                      <a:alpha val="35000"/>
                    </a:srgbClr>
                  </a:outerShdw>
                </a:effectLst>
                <a:latin typeface="Times New Roman" pitchFamily="18" charset="0"/>
                <a:cs typeface="Times New Roman" pitchFamily="18" charset="0"/>
              </a:rPr>
              <a:t>CONCLUSION</a:t>
            </a:r>
            <a:endParaRPr lang="en-US" sz="8800" b="1" cap="none" spc="0" dirty="0" smtClean="0">
              <a:ln w="24500" cmpd="dbl">
                <a:solidFill>
                  <a:schemeClr val="accent2">
                    <a:shade val="85000"/>
                    <a:satMod val="155000"/>
                  </a:schemeClr>
                </a:solidFill>
                <a:prstDash val="solid"/>
                <a:miter lim="800000"/>
              </a:ln>
              <a:solidFill>
                <a:srgbClr val="FFC000"/>
              </a:solidFill>
              <a:effectLst>
                <a:outerShdw blurRad="38100" dist="38100" dir="7020000" algn="tl">
                  <a:srgbClr val="000000">
                    <a:alpha val="35000"/>
                  </a:srgbClr>
                </a:outerShdw>
              </a:effectLst>
              <a:latin typeface="Times New Roman" pitchFamily="18" charset="0"/>
              <a:cs typeface="Times New Roman" pitchFamily="18" charset="0"/>
            </a:endParaRPr>
          </a:p>
          <a:p>
            <a:endParaRPr lang="en-US" dirty="0"/>
          </a:p>
        </p:txBody>
      </p:sp>
      <p:pic>
        <p:nvPicPr>
          <p:cNvPr id="303110" name="Picture 6" descr="BISMALLL"/>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458200" y="6400800"/>
            <a:ext cx="685800" cy="457200"/>
          </a:xfrm>
          <a:prstGeom prst="rect">
            <a:avLst/>
          </a:prstGeom>
          <a:solidFill>
            <a:schemeClr val="bg1"/>
          </a:solidFill>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70" name="Line 2"/>
          <p:cNvSpPr>
            <a:spLocks noChangeShapeType="1"/>
          </p:cNvSpPr>
          <p:nvPr/>
        </p:nvSpPr>
        <p:spPr bwMode="auto">
          <a:xfrm>
            <a:off x="2133600" y="1295400"/>
            <a:ext cx="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198" name="WordArt 30"/>
          <p:cNvSpPr>
            <a:spLocks noChangeArrowheads="1" noChangeShapeType="1" noTextEdit="1"/>
          </p:cNvSpPr>
          <p:nvPr/>
        </p:nvSpPr>
        <p:spPr bwMode="auto">
          <a:xfrm>
            <a:off x="1600200" y="152400"/>
            <a:ext cx="6019800" cy="419100"/>
          </a:xfrm>
          <a:prstGeom prst="rect">
            <a:avLst/>
          </a:prstGeom>
        </p:spPr>
        <p:txBody>
          <a:bodyPr wrap="none" fromWordArt="1">
            <a:prstTxWarp prst="textPlain">
              <a:avLst>
                <a:gd name="adj" fmla="val 50000"/>
              </a:avLst>
            </a:prstTxWarp>
          </a:bodyPr>
          <a:lstStyle/>
          <a:p>
            <a:pPr algn="ctr"/>
            <a:endParaRPr lang="en-US" sz="36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sp>
        <p:nvSpPr>
          <p:cNvPr id="4" name="Title 3"/>
          <p:cNvSpPr>
            <a:spLocks noGrp="1"/>
          </p:cNvSpPr>
          <p:nvPr>
            <p:ph type="title"/>
          </p:nvPr>
        </p:nvSpPr>
        <p:spPr/>
        <p:txBody>
          <a:bodyPr>
            <a:normAutofit fontScale="90000"/>
          </a:bodyPr>
          <a:lstStyle/>
          <a:p>
            <a:r>
              <a:rPr lang="en-US" sz="6000" b="1" dirty="0" smtClean="0">
                <a:ln w="24500" cmpd="dbl">
                  <a:solidFill>
                    <a:schemeClr val="accent2">
                      <a:shade val="85000"/>
                      <a:satMod val="155000"/>
                    </a:schemeClr>
                  </a:solidFill>
                  <a:prstDash val="solid"/>
                  <a:miter lim="800000"/>
                </a:ln>
                <a:solidFill>
                  <a:srgbClr val="FFC000"/>
                </a:solidFill>
                <a:effectLst>
                  <a:outerShdw blurRad="38100" dist="38100" dir="7020000" algn="tl">
                    <a:srgbClr val="000000">
                      <a:alpha val="35000"/>
                    </a:srgbClr>
                  </a:outerShdw>
                </a:effectLst>
              </a:rPr>
              <a:t>CONCLUSION</a:t>
            </a:r>
            <a:endParaRPr lang="en-US" sz="6000" dirty="0">
              <a:solidFill>
                <a:srgbClr val="FFC000"/>
              </a:solidFill>
            </a:endParaRPr>
          </a:p>
        </p:txBody>
      </p:sp>
      <p:sp>
        <p:nvSpPr>
          <p:cNvPr id="5" name="Content Placeholder 4"/>
          <p:cNvSpPr>
            <a:spLocks noGrp="1"/>
          </p:cNvSpPr>
          <p:nvPr>
            <p:ph sz="quarter" idx="1"/>
          </p:nvPr>
        </p:nvSpPr>
        <p:spPr/>
        <p:txBody>
          <a:bodyPr/>
          <a:lstStyle/>
          <a:p>
            <a:pPr algn="just">
              <a:buClr>
                <a:srgbClr val="FF0000"/>
              </a:buClr>
              <a:buSzPct val="82000"/>
              <a:buFont typeface="Wingdings" pitchFamily="2" charset="2"/>
              <a:buChar char="Ø"/>
            </a:pPr>
            <a:r>
              <a:rPr lang="en-IN" dirty="0" smtClean="0">
                <a:solidFill>
                  <a:schemeClr val="tx1">
                    <a:lumMod val="95000"/>
                    <a:lumOff val="5000"/>
                  </a:schemeClr>
                </a:solidFill>
                <a:latin typeface="Times New Roman" pitchFamily="18" charset="0"/>
                <a:cs typeface="Times New Roman" pitchFamily="18" charset="0"/>
              </a:rPr>
              <a:t>In our project, users can online registered themselves and can access to contents of our site.</a:t>
            </a:r>
          </a:p>
          <a:p>
            <a:pPr algn="just">
              <a:buClr>
                <a:srgbClr val="FF0000"/>
              </a:buClr>
              <a:buSzPct val="82000"/>
              <a:buFont typeface="Wingdings" pitchFamily="2" charset="2"/>
              <a:buChar char="Ø"/>
            </a:pPr>
            <a:r>
              <a:rPr lang="en-US" dirty="0" smtClean="0">
                <a:solidFill>
                  <a:schemeClr val="tx1">
                    <a:lumMod val="95000"/>
                    <a:lumOff val="5000"/>
                  </a:schemeClr>
                </a:solidFill>
                <a:latin typeface="Times New Roman" pitchFamily="18" charset="0"/>
                <a:cs typeface="Times New Roman" pitchFamily="18" charset="0"/>
              </a:rPr>
              <a:t>The main aim of this project was to put       whatever was learnt in HTML into practice. </a:t>
            </a:r>
            <a:endParaRPr lang="en-IN" dirty="0" smtClean="0">
              <a:solidFill>
                <a:schemeClr val="tx1">
                  <a:lumMod val="95000"/>
                  <a:lumOff val="5000"/>
                </a:schemeClr>
              </a:solidFill>
              <a:latin typeface="Times New Roman" pitchFamily="18" charset="0"/>
              <a:cs typeface="Times New Roman" pitchFamily="18" charset="0"/>
            </a:endParaRPr>
          </a:p>
          <a:p>
            <a:pPr algn="just">
              <a:buClr>
                <a:srgbClr val="FF0000"/>
              </a:buClr>
              <a:buSzPct val="82000"/>
              <a:buFont typeface="Wingdings" pitchFamily="2" charset="2"/>
              <a:buChar char="Ø"/>
            </a:pPr>
            <a:r>
              <a:rPr lang="en-IN" dirty="0" smtClean="0">
                <a:solidFill>
                  <a:schemeClr val="tx1">
                    <a:lumMod val="95000"/>
                    <a:lumOff val="5000"/>
                  </a:schemeClr>
                </a:solidFill>
                <a:latin typeface="Times New Roman" pitchFamily="18" charset="0"/>
                <a:cs typeface="Times New Roman" pitchFamily="18" charset="0"/>
              </a:rPr>
              <a:t>One most important feature of our project is that it is completely secured, every can access without </a:t>
            </a:r>
            <a:r>
              <a:rPr lang="en-IN" dirty="0" err="1" smtClean="0">
                <a:solidFill>
                  <a:schemeClr val="tx1">
                    <a:lumMod val="95000"/>
                    <a:lumOff val="5000"/>
                  </a:schemeClr>
                </a:solidFill>
                <a:latin typeface="Times New Roman" pitchFamily="18" charset="0"/>
                <a:cs typeface="Times New Roman" pitchFamily="18" charset="0"/>
              </a:rPr>
              <a:t>userid</a:t>
            </a:r>
            <a:r>
              <a:rPr lang="en-IN" dirty="0" smtClean="0">
                <a:solidFill>
                  <a:schemeClr val="tx1">
                    <a:lumMod val="95000"/>
                    <a:lumOff val="5000"/>
                  </a:schemeClr>
                </a:solidFill>
                <a:latin typeface="Times New Roman" pitchFamily="18" charset="0"/>
                <a:cs typeface="Times New Roman" pitchFamily="18" charset="0"/>
              </a:rPr>
              <a:t> and password.</a:t>
            </a:r>
            <a:r>
              <a:rPr lang="en-US" dirty="0" smtClean="0">
                <a:solidFill>
                  <a:schemeClr val="tx1">
                    <a:lumMod val="95000"/>
                    <a:lumOff val="5000"/>
                  </a:schemeClr>
                </a:solidFill>
                <a:latin typeface="Times New Roman" pitchFamily="18" charset="0"/>
                <a:cs typeface="Times New Roman" pitchFamily="18" charset="0"/>
              </a:rPr>
              <a:t> Control of the site is with user.</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body" idx="1"/>
          </p:nvPr>
        </p:nvSpPr>
        <p:spPr>
          <a:xfrm>
            <a:off x="1219200" y="2507786"/>
            <a:ext cx="6858000" cy="3969214"/>
          </a:xfrm>
          <a:noFill/>
          <a:extLst>
            <a:ext uri="{909E8E84-426E-40DD-AFC4-6F175D3DCCD1}">
              <a14:hiddenFill xmlns:a14="http://schemas.microsoft.com/office/drawing/2010/main" xmlns="">
                <a:solidFill>
                  <a:srgbClr val="99CCFF"/>
                </a:solidFill>
              </a14:hiddenFill>
            </a:ext>
          </a:extLst>
        </p:spPr>
        <p:txBody>
          <a:bodyPr>
            <a:normAutofit fontScale="92500" lnSpcReduction="20000"/>
          </a:bodyPr>
          <a:lstStyle/>
          <a:p>
            <a:pPr algn="ctr">
              <a:buFont typeface="Wingdings" pitchFamily="2" charset="2"/>
              <a:buNone/>
            </a:pPr>
            <a:endParaRPr lang="en-US" altLang="en-US" sz="3600" dirty="0"/>
          </a:p>
          <a:p>
            <a:pPr algn="ctr">
              <a:buFont typeface="Wingdings" pitchFamily="2" charset="2"/>
              <a:buNone/>
            </a:pPr>
            <a:endParaRPr lang="en-US" altLang="en-US" sz="3600" dirty="0"/>
          </a:p>
          <a:p>
            <a:pPr algn="ctr">
              <a:buFont typeface="Wingdings" pitchFamily="2" charset="2"/>
              <a:buNone/>
            </a:pPr>
            <a:r>
              <a:rPr lang="en-US" altLang="en-US" sz="3600" dirty="0"/>
              <a:t>	</a:t>
            </a:r>
          </a:p>
          <a:p>
            <a:pPr algn="ctr">
              <a:buFont typeface="Wingdings" pitchFamily="2" charset="2"/>
              <a:buNone/>
            </a:pPr>
            <a:endParaRPr lang="en-US" altLang="en-US" sz="2800" b="1" dirty="0">
              <a:solidFill>
                <a:srgbClr val="663300"/>
              </a:solidFill>
              <a:latin typeface="Arial" charset="0"/>
            </a:endParaRPr>
          </a:p>
          <a:p>
            <a:pPr algn="ctr">
              <a:buFont typeface="Wingdings" pitchFamily="2" charset="2"/>
              <a:buNone/>
            </a:pPr>
            <a:r>
              <a:rPr lang="en-US" altLang="en-US" sz="2800" b="1" dirty="0">
                <a:solidFill>
                  <a:srgbClr val="663300"/>
                </a:solidFill>
                <a:latin typeface="Arial" charset="0"/>
              </a:rPr>
              <a:t> </a:t>
            </a:r>
          </a:p>
          <a:p>
            <a:pPr algn="ctr">
              <a:buFont typeface="Wingdings" pitchFamily="2" charset="2"/>
              <a:buNone/>
            </a:pPr>
            <a:endParaRPr lang="en-US" altLang="en-US" sz="2800" b="1" dirty="0">
              <a:solidFill>
                <a:srgbClr val="663300"/>
              </a:solidFill>
              <a:latin typeface="Arial" charset="0"/>
            </a:endParaRPr>
          </a:p>
          <a:p>
            <a:pPr algn="ctr">
              <a:buFont typeface="Wingdings" pitchFamily="2" charset="2"/>
              <a:buNone/>
            </a:pPr>
            <a:endParaRPr lang="en-US" altLang="en-US" sz="2800" b="1" dirty="0">
              <a:solidFill>
                <a:srgbClr val="663300"/>
              </a:solidFill>
              <a:latin typeface="Arial" charset="0"/>
            </a:endParaRPr>
          </a:p>
          <a:p>
            <a:pPr algn="ctr">
              <a:buFont typeface="Wingdings" pitchFamily="2" charset="2"/>
              <a:buNone/>
            </a:pPr>
            <a:endParaRPr lang="en-US" altLang="en-US" b="1" dirty="0">
              <a:solidFill>
                <a:srgbClr val="663300"/>
              </a:solidFill>
              <a:latin typeface="Arial" charset="0"/>
            </a:endParaRPr>
          </a:p>
          <a:p>
            <a:pPr algn="ctr">
              <a:buFont typeface="Wingdings" pitchFamily="2" charset="2"/>
              <a:buNone/>
            </a:pPr>
            <a:endParaRPr lang="en-US" altLang="en-US" b="1" dirty="0">
              <a:solidFill>
                <a:srgbClr val="663300"/>
              </a:solidFill>
              <a:latin typeface="Arial" charset="0"/>
            </a:endParaRPr>
          </a:p>
          <a:p>
            <a:pPr algn="ctr">
              <a:buFont typeface="Wingdings" pitchFamily="2" charset="2"/>
              <a:buNone/>
            </a:pPr>
            <a:r>
              <a:rPr lang="en-US" altLang="en-US" b="1" dirty="0">
                <a:solidFill>
                  <a:srgbClr val="663300"/>
                </a:solidFill>
                <a:latin typeface="Arial" charset="0"/>
              </a:rPr>
              <a:t>				</a:t>
            </a:r>
          </a:p>
        </p:txBody>
      </p:sp>
      <p:sp>
        <p:nvSpPr>
          <p:cNvPr id="2" name="Title 1"/>
          <p:cNvSpPr>
            <a:spLocks noGrp="1"/>
          </p:cNvSpPr>
          <p:nvPr>
            <p:ph type="title"/>
          </p:nvPr>
        </p:nvSpPr>
        <p:spPr/>
        <p:txBody>
          <a:bodyPr/>
          <a:lstStyle/>
          <a:p>
            <a:r>
              <a:rPr lang="en-US" sz="8000" dirty="0" smtClean="0">
                <a:solidFill>
                  <a:srgbClr val="FFC000"/>
                </a:solidFill>
              </a:rPr>
              <a:t>Thank You</a:t>
            </a:r>
            <a:endParaRPr lang="en-US" sz="8000" dirty="0">
              <a:solidFill>
                <a:srgbClr val="FFC000"/>
              </a:solidFill>
            </a:endParaRPr>
          </a:p>
        </p:txBody>
      </p:sp>
      <p:pic>
        <p:nvPicPr>
          <p:cNvPr id="309252" name="Picture 4" descr="BISMALLL"/>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229600" y="6096000"/>
            <a:ext cx="914400" cy="762000"/>
          </a:xfrm>
          <a:prstGeom prst="rect">
            <a:avLst/>
          </a:prstGeom>
          <a:solidFill>
            <a:schemeClr val="bg1"/>
          </a:solidFill>
        </p:spPr>
      </p:pic>
      <p:pic>
        <p:nvPicPr>
          <p:cNvPr id="7" name="Picture 1" descr="C:\Program Files\Microsoft Office\MEDIA\CAGCAT10\j0281904.wmf"/>
          <p:cNvPicPr>
            <a:picLocks noChangeAspect="1" noChangeArrowheads="1"/>
          </p:cNvPicPr>
          <p:nvPr/>
        </p:nvPicPr>
        <p:blipFill>
          <a:blip r:embed="rId4" cstate="print"/>
          <a:srcRect/>
          <a:stretch>
            <a:fillRect/>
          </a:stretch>
        </p:blipFill>
        <p:spPr bwMode="auto">
          <a:xfrm>
            <a:off x="3124200" y="3352800"/>
            <a:ext cx="3429000" cy="23622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2573</TotalTime>
  <Words>216</Words>
  <Application>Microsoft Office PowerPoint</Application>
  <PresentationFormat>On-screen Show (4:3)</PresentationFormat>
  <Paragraphs>94</Paragraphs>
  <Slides>16</Slides>
  <Notes>9</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Civic</vt:lpstr>
      <vt:lpstr>Blood Bank </vt:lpstr>
      <vt:lpstr>  Table Of Contents </vt:lpstr>
      <vt:lpstr> Introduction </vt:lpstr>
      <vt:lpstr>ER-Diagram</vt:lpstr>
      <vt:lpstr>DFD Diagram</vt:lpstr>
      <vt:lpstr> Technology Used</vt:lpstr>
      <vt:lpstr>FACILITES REQUIRED</vt:lpstr>
      <vt:lpstr> </vt:lpstr>
      <vt:lpstr>Login</vt:lpstr>
      <vt:lpstr>home</vt:lpstr>
      <vt:lpstr>Members List</vt:lpstr>
      <vt:lpstr>Search donor</vt:lpstr>
      <vt:lpstr>New Donor Form</vt:lpstr>
      <vt:lpstr>Slide 14</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smile</dc:creator>
  <cp:lastModifiedBy>Vandana</cp:lastModifiedBy>
  <cp:revision>387</cp:revision>
  <dcterms:created xsi:type="dcterms:W3CDTF">1601-01-01T00:00:00Z</dcterms:created>
  <dcterms:modified xsi:type="dcterms:W3CDTF">2018-08-08T07:00:52Z</dcterms:modified>
</cp:coreProperties>
</file>